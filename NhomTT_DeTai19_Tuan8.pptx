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handoutMasterIdLst>
    <p:handoutMasterId r:id="rId26"/>
  </p:handoutMasterIdLst>
  <p:sldIdLst>
    <p:sldId id="264" r:id="rId5"/>
    <p:sldId id="312" r:id="rId6"/>
    <p:sldId id="321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2" r:id="rId15"/>
    <p:sldId id="320" r:id="rId16"/>
    <p:sldId id="323" r:id="rId17"/>
    <p:sldId id="324" r:id="rId18"/>
    <p:sldId id="325" r:id="rId19"/>
    <p:sldId id="327" r:id="rId20"/>
    <p:sldId id="328" r:id="rId21"/>
    <p:sldId id="329" r:id="rId22"/>
    <p:sldId id="330" r:id="rId23"/>
    <p:sldId id="32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Tổng</a:t>
          </a: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quan</a:t>
          </a: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về</a:t>
          </a: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Ddos</a:t>
          </a: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và</a:t>
          </a: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NGHIÊN CỨU CÁC THUẬT TOÁN MÁY HỌC TRONG PHÁT HIỆN TẤN CÔNG DDOS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XÂY DỰNG MÔ HÌNH MÁY HỌC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B6056BFB-47D7-4C5F-BA11-2CB63C56A52D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311B26C8-22B1-4363-B621-DD56FB7418C8}" type="pres">
      <dgm:prSet presAssocID="{40FC4FFE-8987-4A26-B7F4-8A516F18ADAE}" presName="compNode" presStyleCnt="0"/>
      <dgm:spPr/>
    </dgm:pt>
    <dgm:pt modelId="{A201D7A7-914C-4D24-8B82-EE40155AB0BE}" type="pres">
      <dgm:prSet presAssocID="{40FC4FFE-8987-4A26-B7F4-8A516F18ADAE}" presName="iconBgRect" presStyleLbl="bgShp" presStyleIdx="0" presStyleCnt="3"/>
      <dgm:spPr>
        <a:prstGeom prst="ellipse">
          <a:avLst/>
        </a:prstGeom>
      </dgm:spPr>
    </dgm:pt>
    <dgm:pt modelId="{8FA2F131-CD01-4CBD-B7A5-1B9B5E7F040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755F00C-B2DB-4097-B4BC-8F1BACC938B7}" type="pres">
      <dgm:prSet presAssocID="{40FC4FFE-8987-4A26-B7F4-8A516F18ADAE}" presName="spaceRect" presStyleCnt="0"/>
      <dgm:spPr/>
    </dgm:pt>
    <dgm:pt modelId="{08F4E96D-0DB6-4476-8C51-7CC7EC2F227B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5AB3C10D-885E-4522-AB39-7ED4318D191A}" type="pres">
      <dgm:prSet presAssocID="{5B62599A-5C9B-48E7-896E-EA782AC60C8B}" presName="sibTrans" presStyleCnt="0"/>
      <dgm:spPr/>
    </dgm:pt>
    <dgm:pt modelId="{2F278BF9-E1B2-4A1C-B065-C19A7B904219}" type="pres">
      <dgm:prSet presAssocID="{49225C73-1633-42F1-AB3B-7CB183E5F8B8}" presName="compNode" presStyleCnt="0"/>
      <dgm:spPr/>
    </dgm:pt>
    <dgm:pt modelId="{543C18BC-1989-44B2-9862-C670C61D3452}" type="pres">
      <dgm:prSet presAssocID="{49225C73-1633-42F1-AB3B-7CB183E5F8B8}" presName="iconBgRect" presStyleLbl="bgShp" presStyleIdx="1" presStyleCnt="3"/>
      <dgm:spPr>
        <a:prstGeom prst="ellipse">
          <a:avLst/>
        </a:prstGeom>
      </dgm:spPr>
    </dgm:pt>
    <dgm:pt modelId="{E94F35BC-9C76-400A-BBCA-0032259E2E5A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3A6D04-9ADD-43CC-9847-497CD48F2D11}" type="pres">
      <dgm:prSet presAssocID="{49225C73-1633-42F1-AB3B-7CB183E5F8B8}" presName="spaceRect" presStyleCnt="0"/>
      <dgm:spPr/>
    </dgm:pt>
    <dgm:pt modelId="{20363298-B2A6-463D-A7BE-F9F67404E389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A47947BB-708D-4F7E-B072-3C2E42B34B24}" type="pres">
      <dgm:prSet presAssocID="{9646853A-8964-4519-A5B1-0B7D18B2983D}" presName="sibTrans" presStyleCnt="0"/>
      <dgm:spPr/>
    </dgm:pt>
    <dgm:pt modelId="{BDCD0AC9-D564-4025-AD8A-36664A6CBE31}" type="pres">
      <dgm:prSet presAssocID="{1C383F32-22E8-4F62-A3E0-BDC3D5F48992}" presName="compNode" presStyleCnt="0"/>
      <dgm:spPr/>
    </dgm:pt>
    <dgm:pt modelId="{5BDDFF18-9AEC-4E5E-B9AA-33D86F01A63E}" type="pres">
      <dgm:prSet presAssocID="{1C383F32-22E8-4F62-A3E0-BDC3D5F48992}" presName="iconBgRect" presStyleLbl="bgShp" presStyleIdx="2" presStyleCnt="3"/>
      <dgm:spPr>
        <a:prstGeom prst="ellipse">
          <a:avLst/>
        </a:prstGeom>
      </dgm:spPr>
    </dgm:pt>
    <dgm:pt modelId="{F09AEBFF-D2D3-4FFF-AD65-C3CEAEEB10F2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2EBFBCF-0520-415A-A886-3C4F90D208EF}" type="pres">
      <dgm:prSet presAssocID="{1C383F32-22E8-4F62-A3E0-BDC3D5F48992}" presName="spaceRect" presStyleCnt="0"/>
      <dgm:spPr/>
    </dgm:pt>
    <dgm:pt modelId="{AB9CAFAA-6939-48A6-A89B-19D1A94B9EA1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BA953D32-2DFF-47FE-AF26-C6B9E63D38DF}" type="presOf" srcId="{49225C73-1633-42F1-AB3B-7CB183E5F8B8}" destId="{20363298-B2A6-463D-A7BE-F9F67404E389}" srcOrd="0" destOrd="0" presId="urn:microsoft.com/office/officeart/2018/5/layout/IconLeafLabelList"/>
    <dgm:cxn modelId="{EC450542-0ED9-4BD6-9E85-5709B80794C5}" type="presOf" srcId="{01A66772-F185-4D58-B8BB-E9370D7A7A2B}" destId="{B6056BFB-47D7-4C5F-BA11-2CB63C56A52D}" srcOrd="0" destOrd="0" presId="urn:microsoft.com/office/officeart/2018/5/layout/IconLeaf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D55FAE9C-CF3C-44F3-9D1E-DE6DF574E6D9}" type="presOf" srcId="{1C383F32-22E8-4F62-A3E0-BDC3D5F48992}" destId="{AB9CAFAA-6939-48A6-A89B-19D1A94B9EA1}" srcOrd="0" destOrd="0" presId="urn:microsoft.com/office/officeart/2018/5/layout/IconLeafLabelList"/>
    <dgm:cxn modelId="{A85983B4-FADF-419C-BC71-B5F0871C3055}" type="presOf" srcId="{40FC4FFE-8987-4A26-B7F4-8A516F18ADAE}" destId="{08F4E96D-0DB6-4476-8C51-7CC7EC2F227B}" srcOrd="0" destOrd="0" presId="urn:microsoft.com/office/officeart/2018/5/layout/IconLeafLabelList"/>
    <dgm:cxn modelId="{A3E74EE8-8900-4EBD-8983-3BF0AFD6DCC7}" type="presParOf" srcId="{B6056BFB-47D7-4C5F-BA11-2CB63C56A52D}" destId="{311B26C8-22B1-4363-B621-DD56FB7418C8}" srcOrd="0" destOrd="0" presId="urn:microsoft.com/office/officeart/2018/5/layout/IconLeafLabelList"/>
    <dgm:cxn modelId="{044EA9E0-B51B-492A-BE32-015CEAD0BAC9}" type="presParOf" srcId="{311B26C8-22B1-4363-B621-DD56FB7418C8}" destId="{A201D7A7-914C-4D24-8B82-EE40155AB0BE}" srcOrd="0" destOrd="0" presId="urn:microsoft.com/office/officeart/2018/5/layout/IconLeafLabelList"/>
    <dgm:cxn modelId="{08373EC6-14CB-429D-9495-F32683B931D7}" type="presParOf" srcId="{311B26C8-22B1-4363-B621-DD56FB7418C8}" destId="{8FA2F131-CD01-4CBD-B7A5-1B9B5E7F0402}" srcOrd="1" destOrd="0" presId="urn:microsoft.com/office/officeart/2018/5/layout/IconLeafLabelList"/>
    <dgm:cxn modelId="{9AB500F0-62A2-4E73-B4F4-5056804C8D6A}" type="presParOf" srcId="{311B26C8-22B1-4363-B621-DD56FB7418C8}" destId="{F755F00C-B2DB-4097-B4BC-8F1BACC938B7}" srcOrd="2" destOrd="0" presId="urn:microsoft.com/office/officeart/2018/5/layout/IconLeafLabelList"/>
    <dgm:cxn modelId="{676606A7-6564-4CEB-ACE0-4FF9A3A04E67}" type="presParOf" srcId="{311B26C8-22B1-4363-B621-DD56FB7418C8}" destId="{08F4E96D-0DB6-4476-8C51-7CC7EC2F227B}" srcOrd="3" destOrd="0" presId="urn:microsoft.com/office/officeart/2018/5/layout/IconLeafLabelList"/>
    <dgm:cxn modelId="{EAE0F94A-A454-4049-84F7-9EC90E847A03}" type="presParOf" srcId="{B6056BFB-47D7-4C5F-BA11-2CB63C56A52D}" destId="{5AB3C10D-885E-4522-AB39-7ED4318D191A}" srcOrd="1" destOrd="0" presId="urn:microsoft.com/office/officeart/2018/5/layout/IconLeafLabelList"/>
    <dgm:cxn modelId="{B0B5B21A-5ADD-4500-9A67-9B26AF543EBA}" type="presParOf" srcId="{B6056BFB-47D7-4C5F-BA11-2CB63C56A52D}" destId="{2F278BF9-E1B2-4A1C-B065-C19A7B904219}" srcOrd="2" destOrd="0" presId="urn:microsoft.com/office/officeart/2018/5/layout/IconLeafLabelList"/>
    <dgm:cxn modelId="{11FEAF2C-54F7-4E9C-A1D6-5FA0BF7F3665}" type="presParOf" srcId="{2F278BF9-E1B2-4A1C-B065-C19A7B904219}" destId="{543C18BC-1989-44B2-9862-C670C61D3452}" srcOrd="0" destOrd="0" presId="urn:microsoft.com/office/officeart/2018/5/layout/IconLeafLabelList"/>
    <dgm:cxn modelId="{92C17ECB-A80D-4A0E-95CF-40A53D32275F}" type="presParOf" srcId="{2F278BF9-E1B2-4A1C-B065-C19A7B904219}" destId="{E94F35BC-9C76-400A-BBCA-0032259E2E5A}" srcOrd="1" destOrd="0" presId="urn:microsoft.com/office/officeart/2018/5/layout/IconLeafLabelList"/>
    <dgm:cxn modelId="{54E5AE33-4BE6-44E7-871B-1103A0BA7A56}" type="presParOf" srcId="{2F278BF9-E1B2-4A1C-B065-C19A7B904219}" destId="{503A6D04-9ADD-43CC-9847-497CD48F2D11}" srcOrd="2" destOrd="0" presId="urn:microsoft.com/office/officeart/2018/5/layout/IconLeafLabelList"/>
    <dgm:cxn modelId="{3575FCA0-4FCE-460A-8D84-2C767D311A20}" type="presParOf" srcId="{2F278BF9-E1B2-4A1C-B065-C19A7B904219}" destId="{20363298-B2A6-463D-A7BE-F9F67404E389}" srcOrd="3" destOrd="0" presId="urn:microsoft.com/office/officeart/2018/5/layout/IconLeafLabelList"/>
    <dgm:cxn modelId="{4FD22448-C17B-4C43-BAB3-A0B7AA9BCE0D}" type="presParOf" srcId="{B6056BFB-47D7-4C5F-BA11-2CB63C56A52D}" destId="{A47947BB-708D-4F7E-B072-3C2E42B34B24}" srcOrd="3" destOrd="0" presId="urn:microsoft.com/office/officeart/2018/5/layout/IconLeafLabelList"/>
    <dgm:cxn modelId="{75E30F4F-0E76-457B-9D4F-CDE27C2F7F77}" type="presParOf" srcId="{B6056BFB-47D7-4C5F-BA11-2CB63C56A52D}" destId="{BDCD0AC9-D564-4025-AD8A-36664A6CBE31}" srcOrd="4" destOrd="0" presId="urn:microsoft.com/office/officeart/2018/5/layout/IconLeafLabelList"/>
    <dgm:cxn modelId="{C6A367E7-6A7C-42CB-94E4-8EA78AEF87BF}" type="presParOf" srcId="{BDCD0AC9-D564-4025-AD8A-36664A6CBE31}" destId="{5BDDFF18-9AEC-4E5E-B9AA-33D86F01A63E}" srcOrd="0" destOrd="0" presId="urn:microsoft.com/office/officeart/2018/5/layout/IconLeafLabelList"/>
    <dgm:cxn modelId="{B180CBEB-FA9F-4E52-8CA3-A65CB80BB91B}" type="presParOf" srcId="{BDCD0AC9-D564-4025-AD8A-36664A6CBE31}" destId="{F09AEBFF-D2D3-4FFF-AD65-C3CEAEEB10F2}" srcOrd="1" destOrd="0" presId="urn:microsoft.com/office/officeart/2018/5/layout/IconLeafLabelList"/>
    <dgm:cxn modelId="{170B020E-1E19-4EB4-A72C-4FCF01A7DD7E}" type="presParOf" srcId="{BDCD0AC9-D564-4025-AD8A-36664A6CBE31}" destId="{F2EBFBCF-0520-415A-A886-3C4F90D208EF}" srcOrd="2" destOrd="0" presId="urn:microsoft.com/office/officeart/2018/5/layout/IconLeafLabelList"/>
    <dgm:cxn modelId="{CADD8F7D-722C-42A0-AF21-39A3559F8D7B}" type="presParOf" srcId="{BDCD0AC9-D564-4025-AD8A-36664A6CBE31}" destId="{AB9CAFAA-6939-48A6-A89B-19D1A94B9E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5E9174-B776-4940-B9F0-DA91C660A10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691D9B2D-B6CA-40C6-8686-6A2B7ABC5609}">
      <dgm:prSet phldrT="[Text]"/>
      <dgm:spPr>
        <a:solidFill>
          <a:srgbClr val="FFC000"/>
        </a:solidFill>
        <a:effectLst>
          <a:softEdge rad="127000"/>
        </a:effectLst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Chức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năng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hoặc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mục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đích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dirty="0">
            <a:solidFill>
              <a:srgbClr val="002060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D51EB047-47E1-4237-87D1-D4EAAB1AE984}" type="parTrans" cxnId="{CF2222CB-67DA-45F5-88E0-E5FD855A4922}">
      <dgm:prSet/>
      <dgm:spPr/>
      <dgm:t>
        <a:bodyPr/>
        <a:lstStyle/>
        <a:p>
          <a:endParaRPr lang="vi-VN"/>
        </a:p>
      </dgm:t>
    </dgm:pt>
    <dgm:pt modelId="{3E79DFE4-AEB9-4A7B-B69B-D741505CC8CF}" type="sibTrans" cxnId="{CF2222CB-67DA-45F5-88E0-E5FD855A4922}">
      <dgm:prSet/>
      <dgm:spPr/>
      <dgm:t>
        <a:bodyPr/>
        <a:lstStyle/>
        <a:p>
          <a:endParaRPr lang="vi-VN"/>
        </a:p>
      </dgm:t>
    </dgm:pt>
    <dgm:pt modelId="{8830DC21-F7F9-41F3-B123-718E5C08AD82}">
      <dgm:prSet phldrT="[Text]"/>
      <dgm:spPr>
        <a:solidFill>
          <a:schemeClr val="accent2">
            <a:lumMod val="40000"/>
            <a:lumOff val="60000"/>
          </a:schemeClr>
        </a:solidFill>
        <a:effectLst>
          <a:softEdge rad="127000"/>
        </a:effectLst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Kiến</a:t>
          </a:r>
          <a:r>
            <a:rPr lang="en-US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trúc</a:t>
          </a:r>
          <a:r>
            <a:rPr lang="en-US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botnet </a:t>
          </a:r>
          <a:r>
            <a:rPr lang="en-US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hoặc</a:t>
          </a:r>
          <a:r>
            <a:rPr lang="en-US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xây</a:t>
          </a:r>
          <a:r>
            <a:rPr lang="en-US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dựng</a:t>
          </a:r>
          <a:endParaRPr lang="vi-VN" dirty="0">
            <a:solidFill>
              <a:schemeClr val="tx1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C057F38A-3EFE-4FA3-98EA-EA5409D94FEF}" type="parTrans" cxnId="{5685BFFB-BCCB-4F2D-AD0B-B39FEB3D2D7A}">
      <dgm:prSet/>
      <dgm:spPr/>
      <dgm:t>
        <a:bodyPr/>
        <a:lstStyle/>
        <a:p>
          <a:endParaRPr lang="vi-VN"/>
        </a:p>
      </dgm:t>
    </dgm:pt>
    <dgm:pt modelId="{AE4AC249-1231-4158-9A34-F6CF41231B49}" type="sibTrans" cxnId="{5685BFFB-BCCB-4F2D-AD0B-B39FEB3D2D7A}">
      <dgm:prSet/>
      <dgm:spPr/>
      <dgm:t>
        <a:bodyPr/>
        <a:lstStyle/>
        <a:p>
          <a:endParaRPr lang="vi-VN"/>
        </a:p>
      </dgm:t>
    </dgm:pt>
    <dgm:pt modelId="{01164519-CB63-4E7E-9F5A-1171E2C00ADF}">
      <dgm:prSet phldrT="[Text]"/>
      <dgm:spPr>
        <a:solidFill>
          <a:srgbClr val="92D050"/>
        </a:solidFill>
        <a:effectLst>
          <a:softEdge rad="127000"/>
        </a:effectLst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Các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nền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tảng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mà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họ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đang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nhắm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mục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tiêu</a:t>
          </a:r>
          <a:r>
            <a:rPr lang="en-US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.</a:t>
          </a:r>
          <a:endParaRPr lang="vi-VN" dirty="0">
            <a:solidFill>
              <a:srgbClr val="002060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156F3CF9-C8CA-4EA0-9C12-476B8FE3C8F4}" type="parTrans" cxnId="{B6F1A39E-BA77-4566-A082-CBBAF469EBF2}">
      <dgm:prSet/>
      <dgm:spPr/>
      <dgm:t>
        <a:bodyPr/>
        <a:lstStyle/>
        <a:p>
          <a:endParaRPr lang="vi-VN"/>
        </a:p>
      </dgm:t>
    </dgm:pt>
    <dgm:pt modelId="{5ED9D4E0-7382-4818-9D8D-E8EDC6974C4F}" type="sibTrans" cxnId="{B6F1A39E-BA77-4566-A082-CBBAF469EBF2}">
      <dgm:prSet/>
      <dgm:spPr/>
      <dgm:t>
        <a:bodyPr/>
        <a:lstStyle/>
        <a:p>
          <a:endParaRPr lang="vi-VN"/>
        </a:p>
      </dgm:t>
    </dgm:pt>
    <dgm:pt modelId="{40EB2E05-74C2-467D-941D-04954F74BD4C}">
      <dgm:prSet phldrT="[Text]"/>
      <dgm:spPr>
        <a:solidFill>
          <a:srgbClr val="00B0F0"/>
        </a:solidFill>
        <a:effectLst>
          <a:softEdge rad="127000"/>
        </a:effectLst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Dựa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trên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loại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phần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mềm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độc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hại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được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cài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đặt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của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dirty="0">
            <a:solidFill>
              <a:schemeClr val="bg1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7F451B32-0A7D-4A12-B05A-B8DC2AE03862}" type="parTrans" cxnId="{43CEC4A9-6430-412D-815F-0CD287066ED5}">
      <dgm:prSet/>
      <dgm:spPr/>
      <dgm:t>
        <a:bodyPr/>
        <a:lstStyle/>
        <a:p>
          <a:endParaRPr lang="vi-VN"/>
        </a:p>
      </dgm:t>
    </dgm:pt>
    <dgm:pt modelId="{E7039EF7-3ED3-4722-80A1-C1F31B489F84}" type="sibTrans" cxnId="{43CEC4A9-6430-412D-815F-0CD287066ED5}">
      <dgm:prSet/>
      <dgm:spPr/>
      <dgm:t>
        <a:bodyPr/>
        <a:lstStyle/>
        <a:p>
          <a:endParaRPr lang="vi-VN"/>
        </a:p>
      </dgm:t>
    </dgm:pt>
    <dgm:pt modelId="{F9CA909B-7005-4B22-84FE-1415D3B8EA00}">
      <dgm:prSet phldrT="[Text]"/>
      <dgm:spPr>
        <a:solidFill>
          <a:srgbClr val="7030A0"/>
        </a:solidFill>
        <a:effectLst>
          <a:softEdge rad="127000"/>
        </a:effectLst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Cách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lây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nhiễm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vào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máy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của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nạn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nhân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.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48950009-6354-4170-8B9C-F964D8C25248}" type="sibTrans" cxnId="{5690F5A2-7657-442D-B358-6B6110C68796}">
      <dgm:prSet/>
      <dgm:spPr/>
      <dgm:t>
        <a:bodyPr/>
        <a:lstStyle/>
        <a:p>
          <a:endParaRPr lang="vi-VN"/>
        </a:p>
      </dgm:t>
    </dgm:pt>
    <dgm:pt modelId="{8B18129E-0114-415C-85DB-5E7BB2DA7E36}" type="parTrans" cxnId="{5690F5A2-7657-442D-B358-6B6110C68796}">
      <dgm:prSet/>
      <dgm:spPr/>
      <dgm:t>
        <a:bodyPr/>
        <a:lstStyle/>
        <a:p>
          <a:endParaRPr lang="vi-VN"/>
        </a:p>
      </dgm:t>
    </dgm:pt>
    <dgm:pt modelId="{6AF96A53-CEFE-426F-A223-125B7DA2F721}" type="pres">
      <dgm:prSet presAssocID="{9F5E9174-B776-4940-B9F0-DA91C660A10A}" presName="diagram" presStyleCnt="0">
        <dgm:presLayoutVars>
          <dgm:dir/>
          <dgm:resizeHandles val="exact"/>
        </dgm:presLayoutVars>
      </dgm:prSet>
      <dgm:spPr/>
    </dgm:pt>
    <dgm:pt modelId="{47753D29-9241-4C8F-9823-319BEFFB94F6}" type="pres">
      <dgm:prSet presAssocID="{691D9B2D-B6CA-40C6-8686-6A2B7ABC5609}" presName="node" presStyleLbl="node1" presStyleIdx="0" presStyleCnt="5">
        <dgm:presLayoutVars>
          <dgm:bulletEnabled val="1"/>
        </dgm:presLayoutVars>
      </dgm:prSet>
      <dgm:spPr/>
    </dgm:pt>
    <dgm:pt modelId="{7E34FC5A-5346-4E7E-85F6-D76365A3324A}" type="pres">
      <dgm:prSet presAssocID="{3E79DFE4-AEB9-4A7B-B69B-D741505CC8CF}" presName="sibTrans" presStyleCnt="0"/>
      <dgm:spPr/>
    </dgm:pt>
    <dgm:pt modelId="{1B3275C0-A514-4864-9D23-BBE1DCD19FA1}" type="pres">
      <dgm:prSet presAssocID="{8830DC21-F7F9-41F3-B123-718E5C08AD82}" presName="node" presStyleLbl="node1" presStyleIdx="1" presStyleCnt="5">
        <dgm:presLayoutVars>
          <dgm:bulletEnabled val="1"/>
        </dgm:presLayoutVars>
      </dgm:prSet>
      <dgm:spPr/>
    </dgm:pt>
    <dgm:pt modelId="{91F87F98-85D1-4F55-90CB-8E0FF39A8FDA}" type="pres">
      <dgm:prSet presAssocID="{AE4AC249-1231-4158-9A34-F6CF41231B49}" presName="sibTrans" presStyleCnt="0"/>
      <dgm:spPr/>
    </dgm:pt>
    <dgm:pt modelId="{5C3F1002-3AF8-4BA0-83AC-EEBECD70F7E4}" type="pres">
      <dgm:prSet presAssocID="{01164519-CB63-4E7E-9F5A-1171E2C00ADF}" presName="node" presStyleLbl="node1" presStyleIdx="2" presStyleCnt="5">
        <dgm:presLayoutVars>
          <dgm:bulletEnabled val="1"/>
        </dgm:presLayoutVars>
      </dgm:prSet>
      <dgm:spPr/>
    </dgm:pt>
    <dgm:pt modelId="{886F5D90-DD33-46B1-BDAC-E5056A13D06E}" type="pres">
      <dgm:prSet presAssocID="{5ED9D4E0-7382-4818-9D8D-E8EDC6974C4F}" presName="sibTrans" presStyleCnt="0"/>
      <dgm:spPr/>
    </dgm:pt>
    <dgm:pt modelId="{49A6381E-ACF8-4D44-A93F-BC3436438E44}" type="pres">
      <dgm:prSet presAssocID="{40EB2E05-74C2-467D-941D-04954F74BD4C}" presName="node" presStyleLbl="node1" presStyleIdx="3" presStyleCnt="5">
        <dgm:presLayoutVars>
          <dgm:bulletEnabled val="1"/>
        </dgm:presLayoutVars>
      </dgm:prSet>
      <dgm:spPr/>
    </dgm:pt>
    <dgm:pt modelId="{FE22C569-A852-46CF-A38C-896525830CB9}" type="pres">
      <dgm:prSet presAssocID="{E7039EF7-3ED3-4722-80A1-C1F31B489F84}" presName="sibTrans" presStyleCnt="0"/>
      <dgm:spPr/>
    </dgm:pt>
    <dgm:pt modelId="{71B0D56E-8E1F-4439-B881-F33BDC534762}" type="pres">
      <dgm:prSet presAssocID="{F9CA909B-7005-4B22-84FE-1415D3B8EA00}" presName="node" presStyleLbl="node1" presStyleIdx="4" presStyleCnt="5">
        <dgm:presLayoutVars>
          <dgm:bulletEnabled val="1"/>
        </dgm:presLayoutVars>
      </dgm:prSet>
      <dgm:spPr/>
    </dgm:pt>
  </dgm:ptLst>
  <dgm:cxnLst>
    <dgm:cxn modelId="{FF0E4505-D192-4EAE-8707-071E604381D7}" type="presOf" srcId="{8830DC21-F7F9-41F3-B123-718E5C08AD82}" destId="{1B3275C0-A514-4864-9D23-BBE1DCD19FA1}" srcOrd="0" destOrd="0" presId="urn:microsoft.com/office/officeart/2005/8/layout/default"/>
    <dgm:cxn modelId="{DDBFDC09-DBB4-44BA-A5BD-3B264DA63CFD}" type="presOf" srcId="{01164519-CB63-4E7E-9F5A-1171E2C00ADF}" destId="{5C3F1002-3AF8-4BA0-83AC-EEBECD70F7E4}" srcOrd="0" destOrd="0" presId="urn:microsoft.com/office/officeart/2005/8/layout/default"/>
    <dgm:cxn modelId="{32B40816-0EC0-4C17-B74E-C3FF85ABF52F}" type="presOf" srcId="{691D9B2D-B6CA-40C6-8686-6A2B7ABC5609}" destId="{47753D29-9241-4C8F-9823-319BEFFB94F6}" srcOrd="0" destOrd="0" presId="urn:microsoft.com/office/officeart/2005/8/layout/default"/>
    <dgm:cxn modelId="{48C1C43B-12B4-4C78-8254-B8AB5255ACE1}" type="presOf" srcId="{F9CA909B-7005-4B22-84FE-1415D3B8EA00}" destId="{71B0D56E-8E1F-4439-B881-F33BDC534762}" srcOrd="0" destOrd="0" presId="urn:microsoft.com/office/officeart/2005/8/layout/default"/>
    <dgm:cxn modelId="{B6F1A39E-BA77-4566-A082-CBBAF469EBF2}" srcId="{9F5E9174-B776-4940-B9F0-DA91C660A10A}" destId="{01164519-CB63-4E7E-9F5A-1171E2C00ADF}" srcOrd="2" destOrd="0" parTransId="{156F3CF9-C8CA-4EA0-9C12-476B8FE3C8F4}" sibTransId="{5ED9D4E0-7382-4818-9D8D-E8EDC6974C4F}"/>
    <dgm:cxn modelId="{5690F5A2-7657-442D-B358-6B6110C68796}" srcId="{9F5E9174-B776-4940-B9F0-DA91C660A10A}" destId="{F9CA909B-7005-4B22-84FE-1415D3B8EA00}" srcOrd="4" destOrd="0" parTransId="{8B18129E-0114-415C-85DB-5E7BB2DA7E36}" sibTransId="{48950009-6354-4170-8B9C-F964D8C25248}"/>
    <dgm:cxn modelId="{43CEC4A9-6430-412D-815F-0CD287066ED5}" srcId="{9F5E9174-B776-4940-B9F0-DA91C660A10A}" destId="{40EB2E05-74C2-467D-941D-04954F74BD4C}" srcOrd="3" destOrd="0" parTransId="{7F451B32-0A7D-4A12-B05A-B8DC2AE03862}" sibTransId="{E7039EF7-3ED3-4722-80A1-C1F31B489F84}"/>
    <dgm:cxn modelId="{CF2222CB-67DA-45F5-88E0-E5FD855A4922}" srcId="{9F5E9174-B776-4940-B9F0-DA91C660A10A}" destId="{691D9B2D-B6CA-40C6-8686-6A2B7ABC5609}" srcOrd="0" destOrd="0" parTransId="{D51EB047-47E1-4237-87D1-D4EAAB1AE984}" sibTransId="{3E79DFE4-AEB9-4A7B-B69B-D741505CC8CF}"/>
    <dgm:cxn modelId="{468D30D2-F328-4365-BD5E-C078B1548399}" type="presOf" srcId="{9F5E9174-B776-4940-B9F0-DA91C660A10A}" destId="{6AF96A53-CEFE-426F-A223-125B7DA2F721}" srcOrd="0" destOrd="0" presId="urn:microsoft.com/office/officeart/2005/8/layout/default"/>
    <dgm:cxn modelId="{5A4F77E1-09BD-404C-84E6-E415A1E0771B}" type="presOf" srcId="{40EB2E05-74C2-467D-941D-04954F74BD4C}" destId="{49A6381E-ACF8-4D44-A93F-BC3436438E44}" srcOrd="0" destOrd="0" presId="urn:microsoft.com/office/officeart/2005/8/layout/default"/>
    <dgm:cxn modelId="{5685BFFB-BCCB-4F2D-AD0B-B39FEB3D2D7A}" srcId="{9F5E9174-B776-4940-B9F0-DA91C660A10A}" destId="{8830DC21-F7F9-41F3-B123-718E5C08AD82}" srcOrd="1" destOrd="0" parTransId="{C057F38A-3EFE-4FA3-98EA-EA5409D94FEF}" sibTransId="{AE4AC249-1231-4158-9A34-F6CF41231B49}"/>
    <dgm:cxn modelId="{81FE191A-2331-44C5-8E2F-DBE444E672EF}" type="presParOf" srcId="{6AF96A53-CEFE-426F-A223-125B7DA2F721}" destId="{47753D29-9241-4C8F-9823-319BEFFB94F6}" srcOrd="0" destOrd="0" presId="urn:microsoft.com/office/officeart/2005/8/layout/default"/>
    <dgm:cxn modelId="{0BD942AD-873F-4761-9A1E-B71C501C7BD3}" type="presParOf" srcId="{6AF96A53-CEFE-426F-A223-125B7DA2F721}" destId="{7E34FC5A-5346-4E7E-85F6-D76365A3324A}" srcOrd="1" destOrd="0" presId="urn:microsoft.com/office/officeart/2005/8/layout/default"/>
    <dgm:cxn modelId="{AE0EA071-9D4D-4923-8016-721D346166B5}" type="presParOf" srcId="{6AF96A53-CEFE-426F-A223-125B7DA2F721}" destId="{1B3275C0-A514-4864-9D23-BBE1DCD19FA1}" srcOrd="2" destOrd="0" presId="urn:microsoft.com/office/officeart/2005/8/layout/default"/>
    <dgm:cxn modelId="{08A6DCFE-3B90-459C-B15E-6A28B9060B9A}" type="presParOf" srcId="{6AF96A53-CEFE-426F-A223-125B7DA2F721}" destId="{91F87F98-85D1-4F55-90CB-8E0FF39A8FDA}" srcOrd="3" destOrd="0" presId="urn:microsoft.com/office/officeart/2005/8/layout/default"/>
    <dgm:cxn modelId="{21405BF2-CFAD-491A-9AA0-C514C9648413}" type="presParOf" srcId="{6AF96A53-CEFE-426F-A223-125B7DA2F721}" destId="{5C3F1002-3AF8-4BA0-83AC-EEBECD70F7E4}" srcOrd="4" destOrd="0" presId="urn:microsoft.com/office/officeart/2005/8/layout/default"/>
    <dgm:cxn modelId="{23830CBE-519F-49BB-B828-43AB14F274E7}" type="presParOf" srcId="{6AF96A53-CEFE-426F-A223-125B7DA2F721}" destId="{886F5D90-DD33-46B1-BDAC-E5056A13D06E}" srcOrd="5" destOrd="0" presId="urn:microsoft.com/office/officeart/2005/8/layout/default"/>
    <dgm:cxn modelId="{95EF6BD8-CAF1-4DED-BF04-BEEB706F2A3C}" type="presParOf" srcId="{6AF96A53-CEFE-426F-A223-125B7DA2F721}" destId="{49A6381E-ACF8-4D44-A93F-BC3436438E44}" srcOrd="6" destOrd="0" presId="urn:microsoft.com/office/officeart/2005/8/layout/default"/>
    <dgm:cxn modelId="{CBE1E15E-09A3-4087-AFF4-0B176FA74E4D}" type="presParOf" srcId="{6AF96A53-CEFE-426F-A223-125B7DA2F721}" destId="{FE22C569-A852-46CF-A38C-896525830CB9}" srcOrd="7" destOrd="0" presId="urn:microsoft.com/office/officeart/2005/8/layout/default"/>
    <dgm:cxn modelId="{31563179-CC07-40E5-9EA9-1037A32DACE6}" type="presParOf" srcId="{6AF96A53-CEFE-426F-A223-125B7DA2F721}" destId="{71B0D56E-8E1F-4439-B881-F33BDC53476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2DD15A-8C70-4BFD-8E8B-FBA04D62CB8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vi-VN"/>
        </a:p>
      </dgm:t>
    </dgm:pt>
    <dgm:pt modelId="{8C13EE45-F0CA-4D41-A61B-999BD6D86688}">
      <dgm:prSet phldrT="[Text]" custT="1"/>
      <dgm:spPr/>
      <dgm:t>
        <a:bodyPr/>
        <a:lstStyle/>
        <a:p>
          <a:pPr algn="ctr"/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Tạo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sz="20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48974CF1-6730-4751-9AEC-AE4F30840D9C}" type="parTrans" cxnId="{270F43AA-9516-43EC-BBDB-EC5B339CEA04}">
      <dgm:prSet/>
      <dgm:spPr/>
      <dgm:t>
        <a:bodyPr/>
        <a:lstStyle/>
        <a:p>
          <a:endParaRPr lang="vi-VN"/>
        </a:p>
      </dgm:t>
    </dgm:pt>
    <dgm:pt modelId="{8735BCB0-4C15-474D-9197-3CCAA5E993E2}" type="sibTrans" cxnId="{270F43AA-9516-43EC-BBDB-EC5B339CEA04}">
      <dgm:prSet/>
      <dgm:spPr/>
      <dgm:t>
        <a:bodyPr/>
        <a:lstStyle/>
        <a:p>
          <a:endParaRPr lang="vi-VN"/>
        </a:p>
      </dgm:t>
    </dgm:pt>
    <dgm:pt modelId="{5B7CABCB-36B1-4A57-BCDF-6419C6681E2E}">
      <dgm:prSet phldrT="[Text]" custT="1"/>
      <dgm:spPr/>
      <dgm:t>
        <a:bodyPr/>
        <a:lstStyle/>
        <a:p>
          <a:pPr algn="ctr"/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Cấu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hình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sz="20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6DAEEEF7-B8F5-481A-B276-D255E5A75086}" type="parTrans" cxnId="{0120E1B3-19EB-4726-9289-2E87A08A3375}">
      <dgm:prSet/>
      <dgm:spPr/>
      <dgm:t>
        <a:bodyPr/>
        <a:lstStyle/>
        <a:p>
          <a:endParaRPr lang="vi-VN"/>
        </a:p>
      </dgm:t>
    </dgm:pt>
    <dgm:pt modelId="{3AA72A01-232F-4C08-BF10-0454C847D328}" type="sibTrans" cxnId="{0120E1B3-19EB-4726-9289-2E87A08A3375}">
      <dgm:prSet/>
      <dgm:spPr/>
      <dgm:t>
        <a:bodyPr/>
        <a:lstStyle/>
        <a:p>
          <a:endParaRPr lang="vi-VN"/>
        </a:p>
      </dgm:t>
    </dgm:pt>
    <dgm:pt modelId="{68723152-5D16-418E-BB4D-543D4637FF25}">
      <dgm:prSet phldrT="[Text]" custT="1"/>
      <dgm:spPr/>
      <dgm:t>
        <a:bodyPr/>
        <a:lstStyle/>
        <a:p>
          <a:pPr algn="ctr"/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Tấn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công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vào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nạn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nhân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endParaRPr lang="vi-VN" sz="20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5A13665A-20DC-41CC-B031-732BA9707AFA}" type="parTrans" cxnId="{F8A75ED0-A6CE-403A-AB70-875C748251C2}">
      <dgm:prSet/>
      <dgm:spPr/>
      <dgm:t>
        <a:bodyPr/>
        <a:lstStyle/>
        <a:p>
          <a:endParaRPr lang="vi-VN"/>
        </a:p>
      </dgm:t>
    </dgm:pt>
    <dgm:pt modelId="{50D8CC57-12C1-4E0B-B8B6-6CBD25A7BD2F}" type="sibTrans" cxnId="{F8A75ED0-A6CE-403A-AB70-875C748251C2}">
      <dgm:prSet/>
      <dgm:spPr/>
      <dgm:t>
        <a:bodyPr/>
        <a:lstStyle/>
        <a:p>
          <a:endParaRPr lang="vi-VN"/>
        </a:p>
      </dgm:t>
    </dgm:pt>
    <dgm:pt modelId="{06708F6F-6135-4513-9CA0-D81056B2BF2A}">
      <dgm:prSet phldrT="[Text]" custT="1"/>
      <dgm:spPr/>
      <dgm:t>
        <a:bodyPr/>
        <a:lstStyle/>
        <a:p>
          <a:pPr algn="ctr"/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Điều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khiển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lấy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thông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tin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khi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tấn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công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thành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công</a:t>
          </a:r>
          <a:r>
            <a:rPr lang="en-US" sz="20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endParaRPr lang="vi-VN" sz="20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8FFE740C-2837-45DD-96E9-97EBB718D3BA}" type="parTrans" cxnId="{73C780F8-3DD3-40B9-A193-6C21DD2C9380}">
      <dgm:prSet/>
      <dgm:spPr/>
      <dgm:t>
        <a:bodyPr/>
        <a:lstStyle/>
        <a:p>
          <a:endParaRPr lang="vi-VN"/>
        </a:p>
      </dgm:t>
    </dgm:pt>
    <dgm:pt modelId="{8C99E479-702E-4AE8-AE73-7C2026CB8009}" type="sibTrans" cxnId="{73C780F8-3DD3-40B9-A193-6C21DD2C9380}">
      <dgm:prSet/>
      <dgm:spPr/>
      <dgm:t>
        <a:bodyPr/>
        <a:lstStyle/>
        <a:p>
          <a:endParaRPr lang="vi-VN"/>
        </a:p>
      </dgm:t>
    </dgm:pt>
    <dgm:pt modelId="{0416782F-20DA-44CC-B630-2DF06B35F313}" type="pres">
      <dgm:prSet presAssocID="{5A2DD15A-8C70-4BFD-8E8B-FBA04D62CB85}" presName="linear" presStyleCnt="0">
        <dgm:presLayoutVars>
          <dgm:dir/>
          <dgm:animLvl val="lvl"/>
          <dgm:resizeHandles val="exact"/>
        </dgm:presLayoutVars>
      </dgm:prSet>
      <dgm:spPr/>
    </dgm:pt>
    <dgm:pt modelId="{CBF03308-BB50-4307-A9A0-23078D0A8329}" type="pres">
      <dgm:prSet presAssocID="{8C13EE45-F0CA-4D41-A61B-999BD6D86688}" presName="parentLin" presStyleCnt="0"/>
      <dgm:spPr/>
    </dgm:pt>
    <dgm:pt modelId="{57185D35-FA25-410E-931A-C1A98C7E0C36}" type="pres">
      <dgm:prSet presAssocID="{8C13EE45-F0CA-4D41-A61B-999BD6D86688}" presName="parentLeftMargin" presStyleLbl="node1" presStyleIdx="0" presStyleCnt="4"/>
      <dgm:spPr/>
    </dgm:pt>
    <dgm:pt modelId="{4A24D024-A180-4970-95F4-2710C63671BF}" type="pres">
      <dgm:prSet presAssocID="{8C13EE45-F0CA-4D41-A61B-999BD6D86688}" presName="parentText" presStyleLbl="node1" presStyleIdx="0" presStyleCnt="4" custLinFactX="10617" custLinFactNeighborX="100000" custLinFactNeighborY="4338">
        <dgm:presLayoutVars>
          <dgm:chMax val="0"/>
          <dgm:bulletEnabled val="1"/>
        </dgm:presLayoutVars>
      </dgm:prSet>
      <dgm:spPr/>
    </dgm:pt>
    <dgm:pt modelId="{76F12F04-811B-443E-85E5-0A8B3DA6072D}" type="pres">
      <dgm:prSet presAssocID="{8C13EE45-F0CA-4D41-A61B-999BD6D86688}" presName="negativeSpace" presStyleCnt="0"/>
      <dgm:spPr/>
    </dgm:pt>
    <dgm:pt modelId="{758A8619-F965-45D0-A066-F9FCFEF37BA1}" type="pres">
      <dgm:prSet presAssocID="{8C13EE45-F0CA-4D41-A61B-999BD6D86688}" presName="childText" presStyleLbl="conFgAcc1" presStyleIdx="0" presStyleCnt="4">
        <dgm:presLayoutVars>
          <dgm:bulletEnabled val="1"/>
        </dgm:presLayoutVars>
      </dgm:prSet>
      <dgm:spPr/>
    </dgm:pt>
    <dgm:pt modelId="{F2FC788D-B341-4D5D-9CA4-8AB3EF9C9943}" type="pres">
      <dgm:prSet presAssocID="{8735BCB0-4C15-474D-9197-3CCAA5E993E2}" presName="spaceBetweenRectangles" presStyleCnt="0"/>
      <dgm:spPr/>
    </dgm:pt>
    <dgm:pt modelId="{C6A73E10-69C3-4B49-AB3B-1C84A8B5EDDB}" type="pres">
      <dgm:prSet presAssocID="{5B7CABCB-36B1-4A57-BCDF-6419C6681E2E}" presName="parentLin" presStyleCnt="0"/>
      <dgm:spPr/>
    </dgm:pt>
    <dgm:pt modelId="{7A43A611-22AA-43F7-B8AC-87B39FF87FEB}" type="pres">
      <dgm:prSet presAssocID="{5B7CABCB-36B1-4A57-BCDF-6419C6681E2E}" presName="parentLeftMargin" presStyleLbl="node1" presStyleIdx="0" presStyleCnt="4"/>
      <dgm:spPr/>
    </dgm:pt>
    <dgm:pt modelId="{54D654C1-AEE2-4A83-84A9-8BA5C033C735}" type="pres">
      <dgm:prSet presAssocID="{5B7CABCB-36B1-4A57-BCDF-6419C6681E2E}" presName="parentText" presStyleLbl="node1" presStyleIdx="1" presStyleCnt="4" custLinFactX="10617" custLinFactNeighborX="100000" custLinFactNeighborY="-3338">
        <dgm:presLayoutVars>
          <dgm:chMax val="0"/>
          <dgm:bulletEnabled val="1"/>
        </dgm:presLayoutVars>
      </dgm:prSet>
      <dgm:spPr/>
    </dgm:pt>
    <dgm:pt modelId="{4B079442-CBD5-4EBC-AD49-CC44D046B180}" type="pres">
      <dgm:prSet presAssocID="{5B7CABCB-36B1-4A57-BCDF-6419C6681E2E}" presName="negativeSpace" presStyleCnt="0"/>
      <dgm:spPr/>
    </dgm:pt>
    <dgm:pt modelId="{D00F4939-1304-419F-A1AF-D7435084EA15}" type="pres">
      <dgm:prSet presAssocID="{5B7CABCB-36B1-4A57-BCDF-6419C6681E2E}" presName="childText" presStyleLbl="conFgAcc1" presStyleIdx="1" presStyleCnt="4">
        <dgm:presLayoutVars>
          <dgm:bulletEnabled val="1"/>
        </dgm:presLayoutVars>
      </dgm:prSet>
      <dgm:spPr/>
    </dgm:pt>
    <dgm:pt modelId="{4FAEBCE7-2AA7-43E2-896C-ADE546DBED15}" type="pres">
      <dgm:prSet presAssocID="{3AA72A01-232F-4C08-BF10-0454C847D328}" presName="spaceBetweenRectangles" presStyleCnt="0"/>
      <dgm:spPr/>
    </dgm:pt>
    <dgm:pt modelId="{2F9289DB-374C-4997-A772-9DBB4E1426A1}" type="pres">
      <dgm:prSet presAssocID="{68723152-5D16-418E-BB4D-543D4637FF25}" presName="parentLin" presStyleCnt="0"/>
      <dgm:spPr/>
    </dgm:pt>
    <dgm:pt modelId="{EDC37683-B037-4BB1-AD6B-15E801B9778A}" type="pres">
      <dgm:prSet presAssocID="{68723152-5D16-418E-BB4D-543D4637FF25}" presName="parentLeftMargin" presStyleLbl="node1" presStyleIdx="1" presStyleCnt="4"/>
      <dgm:spPr/>
    </dgm:pt>
    <dgm:pt modelId="{9E9BCC6D-A98A-4431-96B2-4666A359AD7C}" type="pres">
      <dgm:prSet presAssocID="{68723152-5D16-418E-BB4D-543D4637FF25}" presName="parentText" presStyleLbl="node1" presStyleIdx="2" presStyleCnt="4" custLinFactX="10617" custLinFactNeighborX="100000" custLinFactNeighborY="-4338">
        <dgm:presLayoutVars>
          <dgm:chMax val="0"/>
          <dgm:bulletEnabled val="1"/>
        </dgm:presLayoutVars>
      </dgm:prSet>
      <dgm:spPr/>
    </dgm:pt>
    <dgm:pt modelId="{758350DE-60F7-4BCF-AA95-DDED069DC4F0}" type="pres">
      <dgm:prSet presAssocID="{68723152-5D16-418E-BB4D-543D4637FF25}" presName="negativeSpace" presStyleCnt="0"/>
      <dgm:spPr/>
    </dgm:pt>
    <dgm:pt modelId="{D98F98DE-2B11-4138-BF28-5FD033A5F728}" type="pres">
      <dgm:prSet presAssocID="{68723152-5D16-418E-BB4D-543D4637FF25}" presName="childText" presStyleLbl="conFgAcc1" presStyleIdx="2" presStyleCnt="4">
        <dgm:presLayoutVars>
          <dgm:bulletEnabled val="1"/>
        </dgm:presLayoutVars>
      </dgm:prSet>
      <dgm:spPr/>
    </dgm:pt>
    <dgm:pt modelId="{18D47969-C558-4DA0-B9C3-67C656B8F2A4}" type="pres">
      <dgm:prSet presAssocID="{50D8CC57-12C1-4E0B-B8B6-6CBD25A7BD2F}" presName="spaceBetweenRectangles" presStyleCnt="0"/>
      <dgm:spPr/>
    </dgm:pt>
    <dgm:pt modelId="{18F9D68B-9AB1-46F9-B4DD-EC4F85997E17}" type="pres">
      <dgm:prSet presAssocID="{06708F6F-6135-4513-9CA0-D81056B2BF2A}" presName="parentLin" presStyleCnt="0"/>
      <dgm:spPr/>
    </dgm:pt>
    <dgm:pt modelId="{07E368FE-C77C-4197-9922-8E39DE4B5D6F}" type="pres">
      <dgm:prSet presAssocID="{06708F6F-6135-4513-9CA0-D81056B2BF2A}" presName="parentLeftMargin" presStyleLbl="node1" presStyleIdx="2" presStyleCnt="4"/>
      <dgm:spPr/>
    </dgm:pt>
    <dgm:pt modelId="{6E38E7D8-E4CA-408D-8BB7-A81054C1D296}" type="pres">
      <dgm:prSet presAssocID="{06708F6F-6135-4513-9CA0-D81056B2BF2A}" presName="parentText" presStyleLbl="node1" presStyleIdx="3" presStyleCnt="4" custLinFactX="10617" custLinFactNeighborX="100000" custLinFactNeighborY="-4338">
        <dgm:presLayoutVars>
          <dgm:chMax val="0"/>
          <dgm:bulletEnabled val="1"/>
        </dgm:presLayoutVars>
      </dgm:prSet>
      <dgm:spPr/>
    </dgm:pt>
    <dgm:pt modelId="{974A7487-7871-41FF-8F8F-112834B1CFB1}" type="pres">
      <dgm:prSet presAssocID="{06708F6F-6135-4513-9CA0-D81056B2BF2A}" presName="negativeSpace" presStyleCnt="0"/>
      <dgm:spPr/>
    </dgm:pt>
    <dgm:pt modelId="{26399E7E-9BCF-4942-835A-EC3A4C0779A6}" type="pres">
      <dgm:prSet presAssocID="{06708F6F-6135-4513-9CA0-D81056B2BF2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E793D12-6730-458F-ACE7-2FB6C8A2E25F}" type="presOf" srcId="{06708F6F-6135-4513-9CA0-D81056B2BF2A}" destId="{6E38E7D8-E4CA-408D-8BB7-A81054C1D296}" srcOrd="1" destOrd="0" presId="urn:microsoft.com/office/officeart/2005/8/layout/list1"/>
    <dgm:cxn modelId="{AC4E5963-F365-4342-9ED9-2DD855405EF7}" type="presOf" srcId="{8C13EE45-F0CA-4D41-A61B-999BD6D86688}" destId="{57185D35-FA25-410E-931A-C1A98C7E0C36}" srcOrd="0" destOrd="0" presId="urn:microsoft.com/office/officeart/2005/8/layout/list1"/>
    <dgm:cxn modelId="{84CD9B85-0BBC-4F0A-9B71-AA1D2AB8DD39}" type="presOf" srcId="{5B7CABCB-36B1-4A57-BCDF-6419C6681E2E}" destId="{54D654C1-AEE2-4A83-84A9-8BA5C033C735}" srcOrd="1" destOrd="0" presId="urn:microsoft.com/office/officeart/2005/8/layout/list1"/>
    <dgm:cxn modelId="{270F43AA-9516-43EC-BBDB-EC5B339CEA04}" srcId="{5A2DD15A-8C70-4BFD-8E8B-FBA04D62CB85}" destId="{8C13EE45-F0CA-4D41-A61B-999BD6D86688}" srcOrd="0" destOrd="0" parTransId="{48974CF1-6730-4751-9AEC-AE4F30840D9C}" sibTransId="{8735BCB0-4C15-474D-9197-3CCAA5E993E2}"/>
    <dgm:cxn modelId="{310631AF-1071-4D98-BB7D-1AA256B2E3A6}" type="presOf" srcId="{06708F6F-6135-4513-9CA0-D81056B2BF2A}" destId="{07E368FE-C77C-4197-9922-8E39DE4B5D6F}" srcOrd="0" destOrd="0" presId="urn:microsoft.com/office/officeart/2005/8/layout/list1"/>
    <dgm:cxn modelId="{3D942EB0-C41A-4085-A674-48366500B342}" type="presOf" srcId="{68723152-5D16-418E-BB4D-543D4637FF25}" destId="{EDC37683-B037-4BB1-AD6B-15E801B9778A}" srcOrd="0" destOrd="0" presId="urn:microsoft.com/office/officeart/2005/8/layout/list1"/>
    <dgm:cxn modelId="{0120E1B3-19EB-4726-9289-2E87A08A3375}" srcId="{5A2DD15A-8C70-4BFD-8E8B-FBA04D62CB85}" destId="{5B7CABCB-36B1-4A57-BCDF-6419C6681E2E}" srcOrd="1" destOrd="0" parTransId="{6DAEEEF7-B8F5-481A-B276-D255E5A75086}" sibTransId="{3AA72A01-232F-4C08-BF10-0454C847D328}"/>
    <dgm:cxn modelId="{A41937B4-83FE-4D09-8DF4-731896985FC0}" type="presOf" srcId="{5B7CABCB-36B1-4A57-BCDF-6419C6681E2E}" destId="{7A43A611-22AA-43F7-B8AC-87B39FF87FEB}" srcOrd="0" destOrd="0" presId="urn:microsoft.com/office/officeart/2005/8/layout/list1"/>
    <dgm:cxn modelId="{F8A75ED0-A6CE-403A-AB70-875C748251C2}" srcId="{5A2DD15A-8C70-4BFD-8E8B-FBA04D62CB85}" destId="{68723152-5D16-418E-BB4D-543D4637FF25}" srcOrd="2" destOrd="0" parTransId="{5A13665A-20DC-41CC-B031-732BA9707AFA}" sibTransId="{50D8CC57-12C1-4E0B-B8B6-6CBD25A7BD2F}"/>
    <dgm:cxn modelId="{E7A8D6D2-5D6C-4A57-9657-999A9A3A0E85}" type="presOf" srcId="{8C13EE45-F0CA-4D41-A61B-999BD6D86688}" destId="{4A24D024-A180-4970-95F4-2710C63671BF}" srcOrd="1" destOrd="0" presId="urn:microsoft.com/office/officeart/2005/8/layout/list1"/>
    <dgm:cxn modelId="{0DF775E9-5C0A-41CA-829E-8EFD726D7623}" type="presOf" srcId="{5A2DD15A-8C70-4BFD-8E8B-FBA04D62CB85}" destId="{0416782F-20DA-44CC-B630-2DF06B35F313}" srcOrd="0" destOrd="0" presId="urn:microsoft.com/office/officeart/2005/8/layout/list1"/>
    <dgm:cxn modelId="{A2D5BAED-E2A8-4857-AB00-AF62A2B3990C}" type="presOf" srcId="{68723152-5D16-418E-BB4D-543D4637FF25}" destId="{9E9BCC6D-A98A-4431-96B2-4666A359AD7C}" srcOrd="1" destOrd="0" presId="urn:microsoft.com/office/officeart/2005/8/layout/list1"/>
    <dgm:cxn modelId="{73C780F8-3DD3-40B9-A193-6C21DD2C9380}" srcId="{5A2DD15A-8C70-4BFD-8E8B-FBA04D62CB85}" destId="{06708F6F-6135-4513-9CA0-D81056B2BF2A}" srcOrd="3" destOrd="0" parTransId="{8FFE740C-2837-45DD-96E9-97EBB718D3BA}" sibTransId="{8C99E479-702E-4AE8-AE73-7C2026CB8009}"/>
    <dgm:cxn modelId="{7B72C127-0114-4EC3-A47A-1D21EE09189D}" type="presParOf" srcId="{0416782F-20DA-44CC-B630-2DF06B35F313}" destId="{CBF03308-BB50-4307-A9A0-23078D0A8329}" srcOrd="0" destOrd="0" presId="urn:microsoft.com/office/officeart/2005/8/layout/list1"/>
    <dgm:cxn modelId="{04F04AE8-3FC0-4F36-9272-128058E285BE}" type="presParOf" srcId="{CBF03308-BB50-4307-A9A0-23078D0A8329}" destId="{57185D35-FA25-410E-931A-C1A98C7E0C36}" srcOrd="0" destOrd="0" presId="urn:microsoft.com/office/officeart/2005/8/layout/list1"/>
    <dgm:cxn modelId="{E2A4D849-A330-41E6-97EF-6FE1008756EB}" type="presParOf" srcId="{CBF03308-BB50-4307-A9A0-23078D0A8329}" destId="{4A24D024-A180-4970-95F4-2710C63671BF}" srcOrd="1" destOrd="0" presId="urn:microsoft.com/office/officeart/2005/8/layout/list1"/>
    <dgm:cxn modelId="{BB5B73AA-39CD-4F59-BFE7-7FE40310137B}" type="presParOf" srcId="{0416782F-20DA-44CC-B630-2DF06B35F313}" destId="{76F12F04-811B-443E-85E5-0A8B3DA6072D}" srcOrd="1" destOrd="0" presId="urn:microsoft.com/office/officeart/2005/8/layout/list1"/>
    <dgm:cxn modelId="{C691774E-57E1-4640-9838-A00CED9A96F1}" type="presParOf" srcId="{0416782F-20DA-44CC-B630-2DF06B35F313}" destId="{758A8619-F965-45D0-A066-F9FCFEF37BA1}" srcOrd="2" destOrd="0" presId="urn:microsoft.com/office/officeart/2005/8/layout/list1"/>
    <dgm:cxn modelId="{8C80FEEA-BEA1-4F71-9CBF-EB75941311E2}" type="presParOf" srcId="{0416782F-20DA-44CC-B630-2DF06B35F313}" destId="{F2FC788D-B341-4D5D-9CA4-8AB3EF9C9943}" srcOrd="3" destOrd="0" presId="urn:microsoft.com/office/officeart/2005/8/layout/list1"/>
    <dgm:cxn modelId="{39A5397E-2F45-443D-8B6D-818D03441FD9}" type="presParOf" srcId="{0416782F-20DA-44CC-B630-2DF06B35F313}" destId="{C6A73E10-69C3-4B49-AB3B-1C84A8B5EDDB}" srcOrd="4" destOrd="0" presId="urn:microsoft.com/office/officeart/2005/8/layout/list1"/>
    <dgm:cxn modelId="{6EE16338-F815-4D99-96EE-3C48B3921348}" type="presParOf" srcId="{C6A73E10-69C3-4B49-AB3B-1C84A8B5EDDB}" destId="{7A43A611-22AA-43F7-B8AC-87B39FF87FEB}" srcOrd="0" destOrd="0" presId="urn:microsoft.com/office/officeart/2005/8/layout/list1"/>
    <dgm:cxn modelId="{49F5A621-994D-453E-BA0B-C2F00AD10FDB}" type="presParOf" srcId="{C6A73E10-69C3-4B49-AB3B-1C84A8B5EDDB}" destId="{54D654C1-AEE2-4A83-84A9-8BA5C033C735}" srcOrd="1" destOrd="0" presId="urn:microsoft.com/office/officeart/2005/8/layout/list1"/>
    <dgm:cxn modelId="{5D2DFE19-A60C-4E31-A151-8265088FF434}" type="presParOf" srcId="{0416782F-20DA-44CC-B630-2DF06B35F313}" destId="{4B079442-CBD5-4EBC-AD49-CC44D046B180}" srcOrd="5" destOrd="0" presId="urn:microsoft.com/office/officeart/2005/8/layout/list1"/>
    <dgm:cxn modelId="{D658E6D0-225F-4E78-A85B-EC84BB52B3DC}" type="presParOf" srcId="{0416782F-20DA-44CC-B630-2DF06B35F313}" destId="{D00F4939-1304-419F-A1AF-D7435084EA15}" srcOrd="6" destOrd="0" presId="urn:microsoft.com/office/officeart/2005/8/layout/list1"/>
    <dgm:cxn modelId="{0ABFEFF2-EE13-4C1F-B875-A1117E5054B7}" type="presParOf" srcId="{0416782F-20DA-44CC-B630-2DF06B35F313}" destId="{4FAEBCE7-2AA7-43E2-896C-ADE546DBED15}" srcOrd="7" destOrd="0" presId="urn:microsoft.com/office/officeart/2005/8/layout/list1"/>
    <dgm:cxn modelId="{03F44867-6CFE-4753-BF2C-35FB940DA030}" type="presParOf" srcId="{0416782F-20DA-44CC-B630-2DF06B35F313}" destId="{2F9289DB-374C-4997-A772-9DBB4E1426A1}" srcOrd="8" destOrd="0" presId="urn:microsoft.com/office/officeart/2005/8/layout/list1"/>
    <dgm:cxn modelId="{C6F0ECC2-012D-449E-BC39-247281EBA794}" type="presParOf" srcId="{2F9289DB-374C-4997-A772-9DBB4E1426A1}" destId="{EDC37683-B037-4BB1-AD6B-15E801B9778A}" srcOrd="0" destOrd="0" presId="urn:microsoft.com/office/officeart/2005/8/layout/list1"/>
    <dgm:cxn modelId="{73E5FA0E-30E6-4856-8CFC-5CC8BBAF27FF}" type="presParOf" srcId="{2F9289DB-374C-4997-A772-9DBB4E1426A1}" destId="{9E9BCC6D-A98A-4431-96B2-4666A359AD7C}" srcOrd="1" destOrd="0" presId="urn:microsoft.com/office/officeart/2005/8/layout/list1"/>
    <dgm:cxn modelId="{4B83D909-74EC-4C53-825B-F54DFEFA9E8A}" type="presParOf" srcId="{0416782F-20DA-44CC-B630-2DF06B35F313}" destId="{758350DE-60F7-4BCF-AA95-DDED069DC4F0}" srcOrd="9" destOrd="0" presId="urn:microsoft.com/office/officeart/2005/8/layout/list1"/>
    <dgm:cxn modelId="{4F90F052-455B-42F9-8822-2066A3CEF1FB}" type="presParOf" srcId="{0416782F-20DA-44CC-B630-2DF06B35F313}" destId="{D98F98DE-2B11-4138-BF28-5FD033A5F728}" srcOrd="10" destOrd="0" presId="urn:microsoft.com/office/officeart/2005/8/layout/list1"/>
    <dgm:cxn modelId="{DD211B44-3791-422D-B314-362AFD122314}" type="presParOf" srcId="{0416782F-20DA-44CC-B630-2DF06B35F313}" destId="{18D47969-C558-4DA0-B9C3-67C656B8F2A4}" srcOrd="11" destOrd="0" presId="urn:microsoft.com/office/officeart/2005/8/layout/list1"/>
    <dgm:cxn modelId="{8E246118-48E2-44A3-A1D0-87CF1ED63CA0}" type="presParOf" srcId="{0416782F-20DA-44CC-B630-2DF06B35F313}" destId="{18F9D68B-9AB1-46F9-B4DD-EC4F85997E17}" srcOrd="12" destOrd="0" presId="urn:microsoft.com/office/officeart/2005/8/layout/list1"/>
    <dgm:cxn modelId="{D99D1F5D-429C-4510-BA2D-25D9714E5DB1}" type="presParOf" srcId="{18F9D68B-9AB1-46F9-B4DD-EC4F85997E17}" destId="{07E368FE-C77C-4197-9922-8E39DE4B5D6F}" srcOrd="0" destOrd="0" presId="urn:microsoft.com/office/officeart/2005/8/layout/list1"/>
    <dgm:cxn modelId="{36516DD9-A196-43BB-B28E-4458E26C9341}" type="presParOf" srcId="{18F9D68B-9AB1-46F9-B4DD-EC4F85997E17}" destId="{6E38E7D8-E4CA-408D-8BB7-A81054C1D296}" srcOrd="1" destOrd="0" presId="urn:microsoft.com/office/officeart/2005/8/layout/list1"/>
    <dgm:cxn modelId="{8E17A9A7-3975-4CBB-86B0-1702EA84071F}" type="presParOf" srcId="{0416782F-20DA-44CC-B630-2DF06B35F313}" destId="{974A7487-7871-41FF-8F8F-112834B1CFB1}" srcOrd="13" destOrd="0" presId="urn:microsoft.com/office/officeart/2005/8/layout/list1"/>
    <dgm:cxn modelId="{1310D500-20E0-4264-BFCE-BB166C7FDD6E}" type="presParOf" srcId="{0416782F-20DA-44CC-B630-2DF06B35F313}" destId="{26399E7E-9BCF-4942-835A-EC3A4C0779A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949536-8AA8-49EB-96E2-6BCC59B6B63F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vi-VN"/>
        </a:p>
      </dgm:t>
    </dgm:pt>
    <dgm:pt modelId="{0974BB4F-AB21-4550-880F-0FE3B3652CA9}">
      <dgm:prSet phldrT="[Text]"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BỘ DỮ LIỆU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DBE0CA6D-9EDA-47FC-8119-30C93B3CB925}" type="parTrans" cxnId="{628627E2-CD69-45AD-88E2-4465922387C0}">
      <dgm:prSet/>
      <dgm:spPr/>
      <dgm:t>
        <a:bodyPr/>
        <a:lstStyle/>
        <a:p>
          <a:endParaRPr lang="vi-VN"/>
        </a:p>
      </dgm:t>
    </dgm:pt>
    <dgm:pt modelId="{4A5E60E5-367C-4A42-B372-EA7A04D23BB6}" type="sibTrans" cxnId="{628627E2-CD69-45AD-88E2-4465922387C0}">
      <dgm:prSet/>
      <dgm:spPr/>
      <dgm:t>
        <a:bodyPr/>
        <a:lstStyle/>
        <a:p>
          <a:endParaRPr lang="vi-VN"/>
        </a:p>
      </dgm:t>
    </dgm:pt>
    <dgm:pt modelId="{C6E87274-717D-4AC2-B2B1-6432558AC486}">
      <dgm:prSet phldrT="[Text]"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CTU-13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AD8F31DF-F3F3-4F2E-B380-C9E493C184D4}" type="parTrans" cxnId="{38250BDB-3213-4E07-8545-450E4A7DB541}">
      <dgm:prSet/>
      <dgm:spPr/>
      <dgm:t>
        <a:bodyPr/>
        <a:lstStyle/>
        <a:p>
          <a:endParaRPr lang="vi-VN"/>
        </a:p>
      </dgm:t>
    </dgm:pt>
    <dgm:pt modelId="{031C42C9-3F1C-4012-803D-4FB472B4BF6A}" type="sibTrans" cxnId="{38250BDB-3213-4E07-8545-450E4A7DB541}">
      <dgm:prSet/>
      <dgm:spPr/>
      <dgm:t>
        <a:bodyPr/>
        <a:lstStyle/>
        <a:p>
          <a:endParaRPr lang="vi-VN"/>
        </a:p>
      </dgm:t>
    </dgm:pt>
    <dgm:pt modelId="{8270AD4D-1CA2-453F-AB9C-77C92759BD54}">
      <dgm:prSet phldrT="[Text]"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TIỀN XỬ LÝ DỮ LIỆU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1A7151EE-DAAA-4E55-9F38-66F30A0D6374}" type="parTrans" cxnId="{10DF73D5-5713-4FCC-A480-92A242EAF22B}">
      <dgm:prSet/>
      <dgm:spPr/>
      <dgm:t>
        <a:bodyPr/>
        <a:lstStyle/>
        <a:p>
          <a:endParaRPr lang="vi-VN"/>
        </a:p>
      </dgm:t>
    </dgm:pt>
    <dgm:pt modelId="{5B603B42-2A67-46D5-B3D0-E45153C4E46B}" type="sibTrans" cxnId="{10DF73D5-5713-4FCC-A480-92A242EAF22B}">
      <dgm:prSet/>
      <dgm:spPr/>
      <dgm:t>
        <a:bodyPr/>
        <a:lstStyle/>
        <a:p>
          <a:endParaRPr lang="vi-VN"/>
        </a:p>
      </dgm:t>
    </dgm:pt>
    <dgm:pt modelId="{6D90AB7D-4A38-4595-ABE0-2B724DCF52CE}">
      <dgm:prSet phldrT="[Text]"/>
      <dgm:spPr/>
      <dgm:t>
        <a:bodyPr/>
        <a:lstStyle/>
        <a:p>
          <a:pPr algn="ctr"/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Xử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lý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dữ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liệu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16C1F486-48B0-44A0-8303-55884FA3C383}" type="parTrans" cxnId="{A2214AD9-4D18-4218-B16D-65634B8DA67E}">
      <dgm:prSet/>
      <dgm:spPr/>
      <dgm:t>
        <a:bodyPr/>
        <a:lstStyle/>
        <a:p>
          <a:endParaRPr lang="vi-VN"/>
        </a:p>
      </dgm:t>
    </dgm:pt>
    <dgm:pt modelId="{9151865A-0A6F-4D41-9AC6-73DD88642050}" type="sibTrans" cxnId="{A2214AD9-4D18-4218-B16D-65634B8DA67E}">
      <dgm:prSet/>
      <dgm:spPr/>
      <dgm:t>
        <a:bodyPr/>
        <a:lstStyle/>
        <a:p>
          <a:endParaRPr lang="vi-VN"/>
        </a:p>
      </dgm:t>
    </dgm:pt>
    <dgm:pt modelId="{2E821268-1793-4C3E-8256-B26DEA03F69E}">
      <dgm:prSet phldrT="[Text]"/>
      <dgm:spPr/>
      <dgm:t>
        <a:bodyPr/>
        <a:lstStyle/>
        <a:p>
          <a:pPr algn="ctr"/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Mã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hoá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A9C4CFB1-81F6-4735-8D2D-185A00C43B5D}" type="parTrans" cxnId="{EB168B44-9249-4BEF-B8F8-010A5DBBD6EA}">
      <dgm:prSet/>
      <dgm:spPr/>
      <dgm:t>
        <a:bodyPr/>
        <a:lstStyle/>
        <a:p>
          <a:endParaRPr lang="vi-VN"/>
        </a:p>
      </dgm:t>
    </dgm:pt>
    <dgm:pt modelId="{7117C873-DBB3-4D26-941B-94A26C5A197A}" type="sibTrans" cxnId="{EB168B44-9249-4BEF-B8F8-010A5DBBD6EA}">
      <dgm:prSet/>
      <dgm:spPr/>
      <dgm:t>
        <a:bodyPr/>
        <a:lstStyle/>
        <a:p>
          <a:endParaRPr lang="vi-VN"/>
        </a:p>
      </dgm:t>
    </dgm:pt>
    <dgm:pt modelId="{5D2CA86D-B21E-4F3A-AC90-D83CE7C7B893}">
      <dgm:prSet phldrT="[Text]"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CÁC THUẬT TOÁN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489DC506-AE2F-4639-8C0C-F1227BD53C53}" type="parTrans" cxnId="{1B759F4B-BC8A-4766-BFEA-29521849D612}">
      <dgm:prSet/>
      <dgm:spPr/>
      <dgm:t>
        <a:bodyPr/>
        <a:lstStyle/>
        <a:p>
          <a:endParaRPr lang="vi-VN"/>
        </a:p>
      </dgm:t>
    </dgm:pt>
    <dgm:pt modelId="{D518FA14-3740-47C3-97F3-EF6C7ED5A794}" type="sibTrans" cxnId="{1B759F4B-BC8A-4766-BFEA-29521849D612}">
      <dgm:prSet/>
      <dgm:spPr/>
      <dgm:t>
        <a:bodyPr/>
        <a:lstStyle/>
        <a:p>
          <a:endParaRPr lang="vi-VN"/>
        </a:p>
      </dgm:t>
    </dgm:pt>
    <dgm:pt modelId="{13A3D574-D16D-4438-9455-85CA35EAE412}">
      <dgm:prSet phldrT="[Text]"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Decision Tree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36A9EBBA-7CB1-4F30-B0C3-DDBAAC699BA3}" type="parTrans" cxnId="{A2BA498E-77DC-46DB-8134-4A6748255CB5}">
      <dgm:prSet/>
      <dgm:spPr/>
      <dgm:t>
        <a:bodyPr/>
        <a:lstStyle/>
        <a:p>
          <a:endParaRPr lang="vi-VN"/>
        </a:p>
      </dgm:t>
    </dgm:pt>
    <dgm:pt modelId="{2EE1EC32-F663-4F67-B684-61D74A7747AF}" type="sibTrans" cxnId="{A2BA498E-77DC-46DB-8134-4A6748255CB5}">
      <dgm:prSet/>
      <dgm:spPr/>
      <dgm:t>
        <a:bodyPr/>
        <a:lstStyle/>
        <a:p>
          <a:endParaRPr lang="vi-VN"/>
        </a:p>
      </dgm:t>
    </dgm:pt>
    <dgm:pt modelId="{0D57FF09-57C3-4BB6-8F06-69CD792666F5}">
      <dgm:prSet phldrT="[Text]"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TIẾN HÀNH TRAINMODE VÀ ĐÁNH GIÁ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86CAC3EC-65AF-4279-909D-1EF0AA2C8428}" type="parTrans" cxnId="{D9384FD5-63E6-4F59-BBE8-ABBC94914578}">
      <dgm:prSet/>
      <dgm:spPr/>
      <dgm:t>
        <a:bodyPr/>
        <a:lstStyle/>
        <a:p>
          <a:endParaRPr lang="vi-VN"/>
        </a:p>
      </dgm:t>
    </dgm:pt>
    <dgm:pt modelId="{1DB2E75C-625C-4A49-AE75-18A5BF409AF6}" type="sibTrans" cxnId="{D9384FD5-63E6-4F59-BBE8-ABBC94914578}">
      <dgm:prSet/>
      <dgm:spPr/>
      <dgm:t>
        <a:bodyPr/>
        <a:lstStyle/>
        <a:p>
          <a:endParaRPr lang="vi-VN"/>
        </a:p>
      </dgm:t>
    </dgm:pt>
    <dgm:pt modelId="{F1C33392-A643-4443-849A-7F45ABEC02AB}">
      <dgm:prSet phldrT="[Text]"/>
      <dgm:spPr/>
      <dgm:t>
        <a:bodyPr/>
        <a:lstStyle/>
        <a:p>
          <a:pPr algn="ctr"/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Lựa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feature selection 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297192FA-EBC0-4109-96BE-D72DCE8B3F7A}" type="parTrans" cxnId="{51BFC069-5C44-42E5-9EC4-838D5F6A03FE}">
      <dgm:prSet/>
      <dgm:spPr/>
      <dgm:t>
        <a:bodyPr/>
        <a:lstStyle/>
        <a:p>
          <a:endParaRPr lang="vi-VN"/>
        </a:p>
      </dgm:t>
    </dgm:pt>
    <dgm:pt modelId="{325D9C67-866F-4DC9-9B10-BBBE4ED699E8}" type="sibTrans" cxnId="{51BFC069-5C44-42E5-9EC4-838D5F6A03FE}">
      <dgm:prSet/>
      <dgm:spPr/>
      <dgm:t>
        <a:bodyPr/>
        <a:lstStyle/>
        <a:p>
          <a:endParaRPr lang="vi-VN"/>
        </a:p>
      </dgm:t>
    </dgm:pt>
    <dgm:pt modelId="{76F60F63-D931-41EA-B13A-33F2F7F745D5}">
      <dgm:prSet phldrT="[Text]"/>
      <dgm:spPr/>
      <dgm:t>
        <a:bodyPr/>
        <a:lstStyle/>
        <a:p>
          <a:pPr algn="ctr"/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Cân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bằng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bộ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dữ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liệu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AC29550E-BB18-455B-8703-21A77D8D1A6B}" type="parTrans" cxnId="{17EBAD7A-995F-4F85-948E-1B468A483D70}">
      <dgm:prSet/>
      <dgm:spPr/>
      <dgm:t>
        <a:bodyPr/>
        <a:lstStyle/>
        <a:p>
          <a:endParaRPr lang="vi-VN"/>
        </a:p>
      </dgm:t>
    </dgm:pt>
    <dgm:pt modelId="{FA42A00D-2C27-4F17-9054-063E3EEFBCFC}" type="sibTrans" cxnId="{17EBAD7A-995F-4F85-948E-1B468A483D70}">
      <dgm:prSet/>
      <dgm:spPr/>
      <dgm:t>
        <a:bodyPr/>
        <a:lstStyle/>
        <a:p>
          <a:endParaRPr lang="vi-VN"/>
        </a:p>
      </dgm:t>
    </dgm:pt>
    <dgm:pt modelId="{1C8B586B-67B1-4419-95B6-138148AA2FA9}">
      <dgm:prSet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Random Forest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43C13BF6-7AA9-41F0-A13F-BF3C2B37ABE5}" type="parTrans" cxnId="{D9CCB63B-5F83-492E-B375-6923226B9FF5}">
      <dgm:prSet/>
      <dgm:spPr/>
      <dgm:t>
        <a:bodyPr/>
        <a:lstStyle/>
        <a:p>
          <a:endParaRPr lang="vi-VN"/>
        </a:p>
      </dgm:t>
    </dgm:pt>
    <dgm:pt modelId="{A01D23E2-8372-4432-9FFD-DFC77B43F084}" type="sibTrans" cxnId="{D9CCB63B-5F83-492E-B375-6923226B9FF5}">
      <dgm:prSet/>
      <dgm:spPr/>
      <dgm:t>
        <a:bodyPr/>
        <a:lstStyle/>
        <a:p>
          <a:endParaRPr lang="vi-VN"/>
        </a:p>
      </dgm:t>
    </dgm:pt>
    <dgm:pt modelId="{5B37D2DC-3EE0-4A40-AB5C-E6DAE7EC74EB}">
      <dgm:prSet/>
      <dgm:spPr/>
      <dgm:t>
        <a:bodyPr/>
        <a:lstStyle/>
        <a:p>
          <a:pPr algn="ctr"/>
          <a:r>
            <a:rPr lang="en-US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Navie</a:t>
          </a:r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Bayes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8821B9B8-96EE-409C-8189-1C1541048A3B}" type="parTrans" cxnId="{A77B0861-3723-4EC5-8655-4D505EEA0194}">
      <dgm:prSet/>
      <dgm:spPr/>
      <dgm:t>
        <a:bodyPr/>
        <a:lstStyle/>
        <a:p>
          <a:endParaRPr lang="vi-VN"/>
        </a:p>
      </dgm:t>
    </dgm:pt>
    <dgm:pt modelId="{480B58C3-D51C-495F-AC93-82ADB2916B12}" type="sibTrans" cxnId="{A77B0861-3723-4EC5-8655-4D505EEA0194}">
      <dgm:prSet/>
      <dgm:spPr/>
      <dgm:t>
        <a:bodyPr/>
        <a:lstStyle/>
        <a:p>
          <a:endParaRPr lang="vi-VN"/>
        </a:p>
      </dgm:t>
    </dgm:pt>
    <dgm:pt modelId="{E1A61561-3831-43D6-A4CA-7910E76EEB32}">
      <dgm:prSet/>
      <dgm:spPr/>
      <dgm:t>
        <a:bodyPr/>
        <a:lstStyle/>
        <a:p>
          <a:pPr algn="ctr"/>
          <a:r>
            <a:rPr lang="en-US" dirty="0">
              <a:latin typeface="Cascadia Code Light" panose="020B0609020000020004" pitchFamily="49" charset="0"/>
              <a:cs typeface="Cascadia Code Light" panose="020B0609020000020004" pitchFamily="49" charset="0"/>
            </a:rPr>
            <a:t>K-Nearest Neighbors</a:t>
          </a:r>
          <a:endParaRPr lang="vi-VN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gm:t>
    </dgm:pt>
    <dgm:pt modelId="{81954175-6F14-44B5-B9D1-BC58551AB550}" type="parTrans" cxnId="{E4260E2C-1D73-4F8E-B5F9-FE3741DD320D}">
      <dgm:prSet/>
      <dgm:spPr/>
      <dgm:t>
        <a:bodyPr/>
        <a:lstStyle/>
        <a:p>
          <a:endParaRPr lang="vi-VN"/>
        </a:p>
      </dgm:t>
    </dgm:pt>
    <dgm:pt modelId="{2231B459-1B02-40F5-892D-5267D930BC6A}" type="sibTrans" cxnId="{E4260E2C-1D73-4F8E-B5F9-FE3741DD320D}">
      <dgm:prSet/>
      <dgm:spPr/>
      <dgm:t>
        <a:bodyPr/>
        <a:lstStyle/>
        <a:p>
          <a:endParaRPr lang="vi-VN"/>
        </a:p>
      </dgm:t>
    </dgm:pt>
    <dgm:pt modelId="{67C9AE74-CF0D-40A1-9FC5-06351EC38B58}" type="pres">
      <dgm:prSet presAssocID="{0F949536-8AA8-49EB-96E2-6BCC59B6B63F}" presName="Name0" presStyleCnt="0">
        <dgm:presLayoutVars>
          <dgm:dir/>
          <dgm:animLvl val="lvl"/>
          <dgm:resizeHandles val="exact"/>
        </dgm:presLayoutVars>
      </dgm:prSet>
      <dgm:spPr/>
    </dgm:pt>
    <dgm:pt modelId="{C1C3DCAB-7A9D-4628-83EC-3AE231F56BEB}" type="pres">
      <dgm:prSet presAssocID="{0D57FF09-57C3-4BB6-8F06-69CD792666F5}" presName="boxAndChildren" presStyleCnt="0"/>
      <dgm:spPr/>
    </dgm:pt>
    <dgm:pt modelId="{9C03E1DD-F598-4528-89E0-235CC4DC20FF}" type="pres">
      <dgm:prSet presAssocID="{0D57FF09-57C3-4BB6-8F06-69CD792666F5}" presName="parentTextBox" presStyleLbl="node1" presStyleIdx="0" presStyleCnt="4"/>
      <dgm:spPr/>
    </dgm:pt>
    <dgm:pt modelId="{533FAC04-B53C-432E-947F-6BB7B5529E10}" type="pres">
      <dgm:prSet presAssocID="{D518FA14-3740-47C3-97F3-EF6C7ED5A794}" presName="sp" presStyleCnt="0"/>
      <dgm:spPr/>
    </dgm:pt>
    <dgm:pt modelId="{5E2B4008-5AB2-42D1-B03D-D82AECE52D2B}" type="pres">
      <dgm:prSet presAssocID="{5D2CA86D-B21E-4F3A-AC90-D83CE7C7B893}" presName="arrowAndChildren" presStyleCnt="0"/>
      <dgm:spPr/>
    </dgm:pt>
    <dgm:pt modelId="{C4B9AFD5-B985-49B0-8BBF-30CE05A4E5B9}" type="pres">
      <dgm:prSet presAssocID="{5D2CA86D-B21E-4F3A-AC90-D83CE7C7B893}" presName="parentTextArrow" presStyleLbl="node1" presStyleIdx="0" presStyleCnt="4"/>
      <dgm:spPr/>
    </dgm:pt>
    <dgm:pt modelId="{EC69E57D-60FA-42A7-BB19-7F7BFB64898B}" type="pres">
      <dgm:prSet presAssocID="{5D2CA86D-B21E-4F3A-AC90-D83CE7C7B893}" presName="arrow" presStyleLbl="node1" presStyleIdx="1" presStyleCnt="4"/>
      <dgm:spPr/>
    </dgm:pt>
    <dgm:pt modelId="{B1402765-9867-420D-9F8F-7952162475E0}" type="pres">
      <dgm:prSet presAssocID="{5D2CA86D-B21E-4F3A-AC90-D83CE7C7B893}" presName="descendantArrow" presStyleCnt="0"/>
      <dgm:spPr/>
    </dgm:pt>
    <dgm:pt modelId="{136DA2C4-3B45-4E79-8E17-BDE91F7BF436}" type="pres">
      <dgm:prSet presAssocID="{13A3D574-D16D-4438-9455-85CA35EAE412}" presName="childTextArrow" presStyleLbl="fgAccFollowNode1" presStyleIdx="0" presStyleCnt="9">
        <dgm:presLayoutVars>
          <dgm:bulletEnabled val="1"/>
        </dgm:presLayoutVars>
      </dgm:prSet>
      <dgm:spPr/>
    </dgm:pt>
    <dgm:pt modelId="{2C0DE6A1-41B2-4ABB-89E5-0765049C6EA2}" type="pres">
      <dgm:prSet presAssocID="{1C8B586B-67B1-4419-95B6-138148AA2FA9}" presName="childTextArrow" presStyleLbl="fgAccFollowNode1" presStyleIdx="1" presStyleCnt="9">
        <dgm:presLayoutVars>
          <dgm:bulletEnabled val="1"/>
        </dgm:presLayoutVars>
      </dgm:prSet>
      <dgm:spPr/>
    </dgm:pt>
    <dgm:pt modelId="{173F738D-AC12-4D16-A75A-4913CDC520C1}" type="pres">
      <dgm:prSet presAssocID="{5B37D2DC-3EE0-4A40-AB5C-E6DAE7EC74EB}" presName="childTextArrow" presStyleLbl="fgAccFollowNode1" presStyleIdx="2" presStyleCnt="9">
        <dgm:presLayoutVars>
          <dgm:bulletEnabled val="1"/>
        </dgm:presLayoutVars>
      </dgm:prSet>
      <dgm:spPr/>
    </dgm:pt>
    <dgm:pt modelId="{81F7B05E-26BB-47B2-BB19-CAA5FAC3B4F6}" type="pres">
      <dgm:prSet presAssocID="{E1A61561-3831-43D6-A4CA-7910E76EEB32}" presName="childTextArrow" presStyleLbl="fgAccFollowNode1" presStyleIdx="3" presStyleCnt="9">
        <dgm:presLayoutVars>
          <dgm:bulletEnabled val="1"/>
        </dgm:presLayoutVars>
      </dgm:prSet>
      <dgm:spPr/>
    </dgm:pt>
    <dgm:pt modelId="{0FE57E46-5783-4248-A4B8-6FAA040D3F6A}" type="pres">
      <dgm:prSet presAssocID="{5B603B42-2A67-46D5-B3D0-E45153C4E46B}" presName="sp" presStyleCnt="0"/>
      <dgm:spPr/>
    </dgm:pt>
    <dgm:pt modelId="{5CD4324E-2331-468D-8C8E-44EE82173280}" type="pres">
      <dgm:prSet presAssocID="{8270AD4D-1CA2-453F-AB9C-77C92759BD54}" presName="arrowAndChildren" presStyleCnt="0"/>
      <dgm:spPr/>
    </dgm:pt>
    <dgm:pt modelId="{361D8ACE-30A0-4386-B35F-E1D5A3183975}" type="pres">
      <dgm:prSet presAssocID="{8270AD4D-1CA2-453F-AB9C-77C92759BD54}" presName="parentTextArrow" presStyleLbl="node1" presStyleIdx="1" presStyleCnt="4"/>
      <dgm:spPr/>
    </dgm:pt>
    <dgm:pt modelId="{AEF13F6E-82EA-44EA-BE67-1C8A8B008851}" type="pres">
      <dgm:prSet presAssocID="{8270AD4D-1CA2-453F-AB9C-77C92759BD54}" presName="arrow" presStyleLbl="node1" presStyleIdx="2" presStyleCnt="4"/>
      <dgm:spPr/>
    </dgm:pt>
    <dgm:pt modelId="{46BB30C9-DDF2-443F-832E-EA10E84F7FD9}" type="pres">
      <dgm:prSet presAssocID="{8270AD4D-1CA2-453F-AB9C-77C92759BD54}" presName="descendantArrow" presStyleCnt="0"/>
      <dgm:spPr/>
    </dgm:pt>
    <dgm:pt modelId="{6899BA9E-905F-47B4-BE5D-3C3046D82F38}" type="pres">
      <dgm:prSet presAssocID="{6D90AB7D-4A38-4595-ABE0-2B724DCF52CE}" presName="childTextArrow" presStyleLbl="fgAccFollowNode1" presStyleIdx="4" presStyleCnt="9">
        <dgm:presLayoutVars>
          <dgm:bulletEnabled val="1"/>
        </dgm:presLayoutVars>
      </dgm:prSet>
      <dgm:spPr/>
    </dgm:pt>
    <dgm:pt modelId="{7AB30B9B-9D18-48D0-9EC1-477015020713}" type="pres">
      <dgm:prSet presAssocID="{2E821268-1793-4C3E-8256-B26DEA03F69E}" presName="childTextArrow" presStyleLbl="fgAccFollowNode1" presStyleIdx="5" presStyleCnt="9">
        <dgm:presLayoutVars>
          <dgm:bulletEnabled val="1"/>
        </dgm:presLayoutVars>
      </dgm:prSet>
      <dgm:spPr/>
    </dgm:pt>
    <dgm:pt modelId="{108C93A2-55E4-4CA5-989F-5C3C80ED1F04}" type="pres">
      <dgm:prSet presAssocID="{F1C33392-A643-4443-849A-7F45ABEC02AB}" presName="childTextArrow" presStyleLbl="fgAccFollowNode1" presStyleIdx="6" presStyleCnt="9">
        <dgm:presLayoutVars>
          <dgm:bulletEnabled val="1"/>
        </dgm:presLayoutVars>
      </dgm:prSet>
      <dgm:spPr/>
    </dgm:pt>
    <dgm:pt modelId="{62E958F4-B145-4FDD-BA1C-C09695234D35}" type="pres">
      <dgm:prSet presAssocID="{76F60F63-D931-41EA-B13A-33F2F7F745D5}" presName="childTextArrow" presStyleLbl="fgAccFollowNode1" presStyleIdx="7" presStyleCnt="9">
        <dgm:presLayoutVars>
          <dgm:bulletEnabled val="1"/>
        </dgm:presLayoutVars>
      </dgm:prSet>
      <dgm:spPr/>
    </dgm:pt>
    <dgm:pt modelId="{1F9AD0ED-DCC6-4D28-9AE5-C924A06E5A6D}" type="pres">
      <dgm:prSet presAssocID="{4A5E60E5-367C-4A42-B372-EA7A04D23BB6}" presName="sp" presStyleCnt="0"/>
      <dgm:spPr/>
    </dgm:pt>
    <dgm:pt modelId="{EC09C12C-E1A2-48D4-B8B0-9704A84FA92F}" type="pres">
      <dgm:prSet presAssocID="{0974BB4F-AB21-4550-880F-0FE3B3652CA9}" presName="arrowAndChildren" presStyleCnt="0"/>
      <dgm:spPr/>
    </dgm:pt>
    <dgm:pt modelId="{5CD8625D-B6EB-4236-A3FB-2DBA585B4104}" type="pres">
      <dgm:prSet presAssocID="{0974BB4F-AB21-4550-880F-0FE3B3652CA9}" presName="parentTextArrow" presStyleLbl="node1" presStyleIdx="2" presStyleCnt="4"/>
      <dgm:spPr/>
    </dgm:pt>
    <dgm:pt modelId="{BBD69A30-51CC-4884-88F9-1A396C4123CF}" type="pres">
      <dgm:prSet presAssocID="{0974BB4F-AB21-4550-880F-0FE3B3652CA9}" presName="arrow" presStyleLbl="node1" presStyleIdx="3" presStyleCnt="4" custLinFactNeighborX="85" custLinFactNeighborY="-8461"/>
      <dgm:spPr/>
    </dgm:pt>
    <dgm:pt modelId="{626720F7-95FD-4322-89F0-E70F0BB0C07F}" type="pres">
      <dgm:prSet presAssocID="{0974BB4F-AB21-4550-880F-0FE3B3652CA9}" presName="descendantArrow" presStyleCnt="0"/>
      <dgm:spPr/>
    </dgm:pt>
    <dgm:pt modelId="{43C0C92D-1840-4124-8AF7-8E4DEB32FC43}" type="pres">
      <dgm:prSet presAssocID="{C6E87274-717D-4AC2-B2B1-6432558AC486}" presName="childTextArrow" presStyleLbl="fgAccFollowNode1" presStyleIdx="8" presStyleCnt="9">
        <dgm:presLayoutVars>
          <dgm:bulletEnabled val="1"/>
        </dgm:presLayoutVars>
      </dgm:prSet>
      <dgm:spPr/>
    </dgm:pt>
  </dgm:ptLst>
  <dgm:cxnLst>
    <dgm:cxn modelId="{459DA300-D8CE-488E-993D-497A09A0F80D}" type="presOf" srcId="{2E821268-1793-4C3E-8256-B26DEA03F69E}" destId="{7AB30B9B-9D18-48D0-9EC1-477015020713}" srcOrd="0" destOrd="0" presId="urn:microsoft.com/office/officeart/2005/8/layout/process4"/>
    <dgm:cxn modelId="{F409BD07-147F-49A9-B3D9-97CADAEAFA90}" type="presOf" srcId="{E1A61561-3831-43D6-A4CA-7910E76EEB32}" destId="{81F7B05E-26BB-47B2-BB19-CAA5FAC3B4F6}" srcOrd="0" destOrd="0" presId="urn:microsoft.com/office/officeart/2005/8/layout/process4"/>
    <dgm:cxn modelId="{E4260E2C-1D73-4F8E-B5F9-FE3741DD320D}" srcId="{5D2CA86D-B21E-4F3A-AC90-D83CE7C7B893}" destId="{E1A61561-3831-43D6-A4CA-7910E76EEB32}" srcOrd="3" destOrd="0" parTransId="{81954175-6F14-44B5-B9D1-BC58551AB550}" sibTransId="{2231B459-1B02-40F5-892D-5267D930BC6A}"/>
    <dgm:cxn modelId="{BB602E3A-F020-461B-9ADB-2F263531E314}" type="presOf" srcId="{13A3D574-D16D-4438-9455-85CA35EAE412}" destId="{136DA2C4-3B45-4E79-8E17-BDE91F7BF436}" srcOrd="0" destOrd="0" presId="urn:microsoft.com/office/officeart/2005/8/layout/process4"/>
    <dgm:cxn modelId="{D9CCB63B-5F83-492E-B375-6923226B9FF5}" srcId="{5D2CA86D-B21E-4F3A-AC90-D83CE7C7B893}" destId="{1C8B586B-67B1-4419-95B6-138148AA2FA9}" srcOrd="1" destOrd="0" parTransId="{43C13BF6-7AA9-41F0-A13F-BF3C2B37ABE5}" sibTransId="{A01D23E2-8372-4432-9FFD-DFC77B43F084}"/>
    <dgm:cxn modelId="{A77B0861-3723-4EC5-8655-4D505EEA0194}" srcId="{5D2CA86D-B21E-4F3A-AC90-D83CE7C7B893}" destId="{5B37D2DC-3EE0-4A40-AB5C-E6DAE7EC74EB}" srcOrd="2" destOrd="0" parTransId="{8821B9B8-96EE-409C-8189-1C1541048A3B}" sibTransId="{480B58C3-D51C-495F-AC93-82ADB2916B12}"/>
    <dgm:cxn modelId="{8FC26942-80B8-47DB-8B2A-D7A95BE17DE5}" type="presOf" srcId="{1C8B586B-67B1-4419-95B6-138148AA2FA9}" destId="{2C0DE6A1-41B2-4ABB-89E5-0765049C6EA2}" srcOrd="0" destOrd="0" presId="urn:microsoft.com/office/officeart/2005/8/layout/process4"/>
    <dgm:cxn modelId="{EB168B44-9249-4BEF-B8F8-010A5DBBD6EA}" srcId="{8270AD4D-1CA2-453F-AB9C-77C92759BD54}" destId="{2E821268-1793-4C3E-8256-B26DEA03F69E}" srcOrd="1" destOrd="0" parTransId="{A9C4CFB1-81F6-4735-8D2D-185A00C43B5D}" sibTransId="{7117C873-DBB3-4D26-941B-94A26C5A197A}"/>
    <dgm:cxn modelId="{2D4AC145-5C28-4C18-9588-551FB36E7CD2}" type="presOf" srcId="{F1C33392-A643-4443-849A-7F45ABEC02AB}" destId="{108C93A2-55E4-4CA5-989F-5C3C80ED1F04}" srcOrd="0" destOrd="0" presId="urn:microsoft.com/office/officeart/2005/8/layout/process4"/>
    <dgm:cxn modelId="{2C4E9D47-DC49-43EE-A4C5-C66CD0D446D4}" type="presOf" srcId="{76F60F63-D931-41EA-B13A-33F2F7F745D5}" destId="{62E958F4-B145-4FDD-BA1C-C09695234D35}" srcOrd="0" destOrd="0" presId="urn:microsoft.com/office/officeart/2005/8/layout/process4"/>
    <dgm:cxn modelId="{51BFC069-5C44-42E5-9EC4-838D5F6A03FE}" srcId="{8270AD4D-1CA2-453F-AB9C-77C92759BD54}" destId="{F1C33392-A643-4443-849A-7F45ABEC02AB}" srcOrd="2" destOrd="0" parTransId="{297192FA-EBC0-4109-96BE-D72DCE8B3F7A}" sibTransId="{325D9C67-866F-4DC9-9B10-BBBE4ED699E8}"/>
    <dgm:cxn modelId="{136D926B-F1A0-4708-A553-CF7C9E4BE7AF}" type="presOf" srcId="{0F949536-8AA8-49EB-96E2-6BCC59B6B63F}" destId="{67C9AE74-CF0D-40A1-9FC5-06351EC38B58}" srcOrd="0" destOrd="0" presId="urn:microsoft.com/office/officeart/2005/8/layout/process4"/>
    <dgm:cxn modelId="{1B759F4B-BC8A-4766-BFEA-29521849D612}" srcId="{0F949536-8AA8-49EB-96E2-6BCC59B6B63F}" destId="{5D2CA86D-B21E-4F3A-AC90-D83CE7C7B893}" srcOrd="2" destOrd="0" parTransId="{489DC506-AE2F-4639-8C0C-F1227BD53C53}" sibTransId="{D518FA14-3740-47C3-97F3-EF6C7ED5A794}"/>
    <dgm:cxn modelId="{0DDED26D-B884-4E81-A173-F0D08813BD16}" type="presOf" srcId="{0974BB4F-AB21-4550-880F-0FE3B3652CA9}" destId="{BBD69A30-51CC-4884-88F9-1A396C4123CF}" srcOrd="1" destOrd="0" presId="urn:microsoft.com/office/officeart/2005/8/layout/process4"/>
    <dgm:cxn modelId="{17EBAD7A-995F-4F85-948E-1B468A483D70}" srcId="{8270AD4D-1CA2-453F-AB9C-77C92759BD54}" destId="{76F60F63-D931-41EA-B13A-33F2F7F745D5}" srcOrd="3" destOrd="0" parTransId="{AC29550E-BB18-455B-8703-21A77D8D1A6B}" sibTransId="{FA42A00D-2C27-4F17-9054-063E3EEFBCFC}"/>
    <dgm:cxn modelId="{F09E9085-8560-449C-991E-611C4E38153D}" type="presOf" srcId="{8270AD4D-1CA2-453F-AB9C-77C92759BD54}" destId="{361D8ACE-30A0-4386-B35F-E1D5A3183975}" srcOrd="0" destOrd="0" presId="urn:microsoft.com/office/officeart/2005/8/layout/process4"/>
    <dgm:cxn modelId="{CF7E0D86-F42A-47F4-99DD-85442027E649}" type="presOf" srcId="{C6E87274-717D-4AC2-B2B1-6432558AC486}" destId="{43C0C92D-1840-4124-8AF7-8E4DEB32FC43}" srcOrd="0" destOrd="0" presId="urn:microsoft.com/office/officeart/2005/8/layout/process4"/>
    <dgm:cxn modelId="{A2BA498E-77DC-46DB-8134-4A6748255CB5}" srcId="{5D2CA86D-B21E-4F3A-AC90-D83CE7C7B893}" destId="{13A3D574-D16D-4438-9455-85CA35EAE412}" srcOrd="0" destOrd="0" parTransId="{36A9EBBA-7CB1-4F30-B0C3-DDBAAC699BA3}" sibTransId="{2EE1EC32-F663-4F67-B684-61D74A7747AF}"/>
    <dgm:cxn modelId="{571AF28E-22A7-4620-8588-32BCA1DA1CFA}" type="presOf" srcId="{0974BB4F-AB21-4550-880F-0FE3B3652CA9}" destId="{5CD8625D-B6EB-4236-A3FB-2DBA585B4104}" srcOrd="0" destOrd="0" presId="urn:microsoft.com/office/officeart/2005/8/layout/process4"/>
    <dgm:cxn modelId="{2623B9C5-34A1-4273-B91C-08FE2B846EA2}" type="presOf" srcId="{5D2CA86D-B21E-4F3A-AC90-D83CE7C7B893}" destId="{EC69E57D-60FA-42A7-BB19-7F7BFB64898B}" srcOrd="1" destOrd="0" presId="urn:microsoft.com/office/officeart/2005/8/layout/process4"/>
    <dgm:cxn modelId="{C6259DC9-07B8-4AF6-9307-932B07375F22}" type="presOf" srcId="{6D90AB7D-4A38-4595-ABE0-2B724DCF52CE}" destId="{6899BA9E-905F-47B4-BE5D-3C3046D82F38}" srcOrd="0" destOrd="0" presId="urn:microsoft.com/office/officeart/2005/8/layout/process4"/>
    <dgm:cxn modelId="{B6E1A4CD-42F8-4664-ADFA-CD12E4A0F4FF}" type="presOf" srcId="{5B37D2DC-3EE0-4A40-AB5C-E6DAE7EC74EB}" destId="{173F738D-AC12-4D16-A75A-4913CDC520C1}" srcOrd="0" destOrd="0" presId="urn:microsoft.com/office/officeart/2005/8/layout/process4"/>
    <dgm:cxn modelId="{D9384FD5-63E6-4F59-BBE8-ABBC94914578}" srcId="{0F949536-8AA8-49EB-96E2-6BCC59B6B63F}" destId="{0D57FF09-57C3-4BB6-8F06-69CD792666F5}" srcOrd="3" destOrd="0" parTransId="{86CAC3EC-65AF-4279-909D-1EF0AA2C8428}" sibTransId="{1DB2E75C-625C-4A49-AE75-18A5BF409AF6}"/>
    <dgm:cxn modelId="{10DF73D5-5713-4FCC-A480-92A242EAF22B}" srcId="{0F949536-8AA8-49EB-96E2-6BCC59B6B63F}" destId="{8270AD4D-1CA2-453F-AB9C-77C92759BD54}" srcOrd="1" destOrd="0" parTransId="{1A7151EE-DAAA-4E55-9F38-66F30A0D6374}" sibTransId="{5B603B42-2A67-46D5-B3D0-E45153C4E46B}"/>
    <dgm:cxn modelId="{1E0652D6-0197-48D4-A042-9EFED2E122F2}" type="presOf" srcId="{0D57FF09-57C3-4BB6-8F06-69CD792666F5}" destId="{9C03E1DD-F598-4528-89E0-235CC4DC20FF}" srcOrd="0" destOrd="0" presId="urn:microsoft.com/office/officeart/2005/8/layout/process4"/>
    <dgm:cxn modelId="{00CB84D6-CBA3-4D2C-9F44-36B5F9FA40BC}" type="presOf" srcId="{5D2CA86D-B21E-4F3A-AC90-D83CE7C7B893}" destId="{C4B9AFD5-B985-49B0-8BBF-30CE05A4E5B9}" srcOrd="0" destOrd="0" presId="urn:microsoft.com/office/officeart/2005/8/layout/process4"/>
    <dgm:cxn modelId="{A2214AD9-4D18-4218-B16D-65634B8DA67E}" srcId="{8270AD4D-1CA2-453F-AB9C-77C92759BD54}" destId="{6D90AB7D-4A38-4595-ABE0-2B724DCF52CE}" srcOrd="0" destOrd="0" parTransId="{16C1F486-48B0-44A0-8303-55884FA3C383}" sibTransId="{9151865A-0A6F-4D41-9AC6-73DD88642050}"/>
    <dgm:cxn modelId="{38250BDB-3213-4E07-8545-450E4A7DB541}" srcId="{0974BB4F-AB21-4550-880F-0FE3B3652CA9}" destId="{C6E87274-717D-4AC2-B2B1-6432558AC486}" srcOrd="0" destOrd="0" parTransId="{AD8F31DF-F3F3-4F2E-B380-C9E493C184D4}" sibTransId="{031C42C9-3F1C-4012-803D-4FB472B4BF6A}"/>
    <dgm:cxn modelId="{628627E2-CD69-45AD-88E2-4465922387C0}" srcId="{0F949536-8AA8-49EB-96E2-6BCC59B6B63F}" destId="{0974BB4F-AB21-4550-880F-0FE3B3652CA9}" srcOrd="0" destOrd="0" parTransId="{DBE0CA6D-9EDA-47FC-8119-30C93B3CB925}" sibTransId="{4A5E60E5-367C-4A42-B372-EA7A04D23BB6}"/>
    <dgm:cxn modelId="{73E493F6-8A73-46A0-8665-C3A615739E5B}" type="presOf" srcId="{8270AD4D-1CA2-453F-AB9C-77C92759BD54}" destId="{AEF13F6E-82EA-44EA-BE67-1C8A8B008851}" srcOrd="1" destOrd="0" presId="urn:microsoft.com/office/officeart/2005/8/layout/process4"/>
    <dgm:cxn modelId="{A7877CCA-3B99-41DD-A923-7A45478E3AB1}" type="presParOf" srcId="{67C9AE74-CF0D-40A1-9FC5-06351EC38B58}" destId="{C1C3DCAB-7A9D-4628-83EC-3AE231F56BEB}" srcOrd="0" destOrd="0" presId="urn:microsoft.com/office/officeart/2005/8/layout/process4"/>
    <dgm:cxn modelId="{E505FA02-1BA3-4B64-8142-5B9E1C30DBFF}" type="presParOf" srcId="{C1C3DCAB-7A9D-4628-83EC-3AE231F56BEB}" destId="{9C03E1DD-F598-4528-89E0-235CC4DC20FF}" srcOrd="0" destOrd="0" presId="urn:microsoft.com/office/officeart/2005/8/layout/process4"/>
    <dgm:cxn modelId="{E980265C-99A4-4039-B48B-620AD9A087A8}" type="presParOf" srcId="{67C9AE74-CF0D-40A1-9FC5-06351EC38B58}" destId="{533FAC04-B53C-432E-947F-6BB7B5529E10}" srcOrd="1" destOrd="0" presId="urn:microsoft.com/office/officeart/2005/8/layout/process4"/>
    <dgm:cxn modelId="{D36358C2-7187-4BB8-9C91-E27C4A9E6C62}" type="presParOf" srcId="{67C9AE74-CF0D-40A1-9FC5-06351EC38B58}" destId="{5E2B4008-5AB2-42D1-B03D-D82AECE52D2B}" srcOrd="2" destOrd="0" presId="urn:microsoft.com/office/officeart/2005/8/layout/process4"/>
    <dgm:cxn modelId="{F18DF5CE-21D7-4AB7-9A7D-9BB7C9302A06}" type="presParOf" srcId="{5E2B4008-5AB2-42D1-B03D-D82AECE52D2B}" destId="{C4B9AFD5-B985-49B0-8BBF-30CE05A4E5B9}" srcOrd="0" destOrd="0" presId="urn:microsoft.com/office/officeart/2005/8/layout/process4"/>
    <dgm:cxn modelId="{AF2C18D6-14AB-424D-8F96-BA20AF88B03D}" type="presParOf" srcId="{5E2B4008-5AB2-42D1-B03D-D82AECE52D2B}" destId="{EC69E57D-60FA-42A7-BB19-7F7BFB64898B}" srcOrd="1" destOrd="0" presId="urn:microsoft.com/office/officeart/2005/8/layout/process4"/>
    <dgm:cxn modelId="{E522A6F0-7730-4763-AA9D-643F9D590FAA}" type="presParOf" srcId="{5E2B4008-5AB2-42D1-B03D-D82AECE52D2B}" destId="{B1402765-9867-420D-9F8F-7952162475E0}" srcOrd="2" destOrd="0" presId="urn:microsoft.com/office/officeart/2005/8/layout/process4"/>
    <dgm:cxn modelId="{6D667F63-3E28-4C39-8CC7-F3F64E37BCA8}" type="presParOf" srcId="{B1402765-9867-420D-9F8F-7952162475E0}" destId="{136DA2C4-3B45-4E79-8E17-BDE91F7BF436}" srcOrd="0" destOrd="0" presId="urn:microsoft.com/office/officeart/2005/8/layout/process4"/>
    <dgm:cxn modelId="{B9287DFF-9612-4D64-9F99-A4B1FE7F0380}" type="presParOf" srcId="{B1402765-9867-420D-9F8F-7952162475E0}" destId="{2C0DE6A1-41B2-4ABB-89E5-0765049C6EA2}" srcOrd="1" destOrd="0" presId="urn:microsoft.com/office/officeart/2005/8/layout/process4"/>
    <dgm:cxn modelId="{30AD4A39-6715-4BCD-9603-6FEBEC35907B}" type="presParOf" srcId="{B1402765-9867-420D-9F8F-7952162475E0}" destId="{173F738D-AC12-4D16-A75A-4913CDC520C1}" srcOrd="2" destOrd="0" presId="urn:microsoft.com/office/officeart/2005/8/layout/process4"/>
    <dgm:cxn modelId="{2E6EB782-28BB-4644-8095-0CA99F7EE4C3}" type="presParOf" srcId="{B1402765-9867-420D-9F8F-7952162475E0}" destId="{81F7B05E-26BB-47B2-BB19-CAA5FAC3B4F6}" srcOrd="3" destOrd="0" presId="urn:microsoft.com/office/officeart/2005/8/layout/process4"/>
    <dgm:cxn modelId="{FFA5F19B-1A15-4963-88C5-90EEEC98A513}" type="presParOf" srcId="{67C9AE74-CF0D-40A1-9FC5-06351EC38B58}" destId="{0FE57E46-5783-4248-A4B8-6FAA040D3F6A}" srcOrd="3" destOrd="0" presId="urn:microsoft.com/office/officeart/2005/8/layout/process4"/>
    <dgm:cxn modelId="{8F520E8B-64D8-4612-8B5D-018DA47DE972}" type="presParOf" srcId="{67C9AE74-CF0D-40A1-9FC5-06351EC38B58}" destId="{5CD4324E-2331-468D-8C8E-44EE82173280}" srcOrd="4" destOrd="0" presId="urn:microsoft.com/office/officeart/2005/8/layout/process4"/>
    <dgm:cxn modelId="{DEECCE17-2600-422C-AA0F-FDDD86642794}" type="presParOf" srcId="{5CD4324E-2331-468D-8C8E-44EE82173280}" destId="{361D8ACE-30A0-4386-B35F-E1D5A3183975}" srcOrd="0" destOrd="0" presId="urn:microsoft.com/office/officeart/2005/8/layout/process4"/>
    <dgm:cxn modelId="{DE9C2EF6-23CB-458C-8609-DA8E8C70DA77}" type="presParOf" srcId="{5CD4324E-2331-468D-8C8E-44EE82173280}" destId="{AEF13F6E-82EA-44EA-BE67-1C8A8B008851}" srcOrd="1" destOrd="0" presId="urn:microsoft.com/office/officeart/2005/8/layout/process4"/>
    <dgm:cxn modelId="{7A74D99C-BA66-4247-B06D-E8663FFEFDBA}" type="presParOf" srcId="{5CD4324E-2331-468D-8C8E-44EE82173280}" destId="{46BB30C9-DDF2-443F-832E-EA10E84F7FD9}" srcOrd="2" destOrd="0" presId="urn:microsoft.com/office/officeart/2005/8/layout/process4"/>
    <dgm:cxn modelId="{C3BA8D5C-9E6C-40CB-BA08-B2BED1343020}" type="presParOf" srcId="{46BB30C9-DDF2-443F-832E-EA10E84F7FD9}" destId="{6899BA9E-905F-47B4-BE5D-3C3046D82F38}" srcOrd="0" destOrd="0" presId="urn:microsoft.com/office/officeart/2005/8/layout/process4"/>
    <dgm:cxn modelId="{8DD41448-1886-4E1D-A0A4-355FBCECAFB1}" type="presParOf" srcId="{46BB30C9-DDF2-443F-832E-EA10E84F7FD9}" destId="{7AB30B9B-9D18-48D0-9EC1-477015020713}" srcOrd="1" destOrd="0" presId="urn:microsoft.com/office/officeart/2005/8/layout/process4"/>
    <dgm:cxn modelId="{B0CBB364-AA6A-4931-8B31-9D586E1A0FB7}" type="presParOf" srcId="{46BB30C9-DDF2-443F-832E-EA10E84F7FD9}" destId="{108C93A2-55E4-4CA5-989F-5C3C80ED1F04}" srcOrd="2" destOrd="0" presId="urn:microsoft.com/office/officeart/2005/8/layout/process4"/>
    <dgm:cxn modelId="{6FDCEEFB-FDBA-4AFC-BA01-5D2A00670718}" type="presParOf" srcId="{46BB30C9-DDF2-443F-832E-EA10E84F7FD9}" destId="{62E958F4-B145-4FDD-BA1C-C09695234D35}" srcOrd="3" destOrd="0" presId="urn:microsoft.com/office/officeart/2005/8/layout/process4"/>
    <dgm:cxn modelId="{44FD54AB-A1C3-4B02-B2C3-FD50D555B264}" type="presParOf" srcId="{67C9AE74-CF0D-40A1-9FC5-06351EC38B58}" destId="{1F9AD0ED-DCC6-4D28-9AE5-C924A06E5A6D}" srcOrd="5" destOrd="0" presId="urn:microsoft.com/office/officeart/2005/8/layout/process4"/>
    <dgm:cxn modelId="{DB15B4FF-0F88-4CB0-AB16-D4D824DF3A19}" type="presParOf" srcId="{67C9AE74-CF0D-40A1-9FC5-06351EC38B58}" destId="{EC09C12C-E1A2-48D4-B8B0-9704A84FA92F}" srcOrd="6" destOrd="0" presId="urn:microsoft.com/office/officeart/2005/8/layout/process4"/>
    <dgm:cxn modelId="{CAF6A1A5-2B2E-4D63-AB31-331FAA06B6A4}" type="presParOf" srcId="{EC09C12C-E1A2-48D4-B8B0-9704A84FA92F}" destId="{5CD8625D-B6EB-4236-A3FB-2DBA585B4104}" srcOrd="0" destOrd="0" presId="urn:microsoft.com/office/officeart/2005/8/layout/process4"/>
    <dgm:cxn modelId="{BC8E7B54-59C9-4710-B584-62FCAF190C2D}" type="presParOf" srcId="{EC09C12C-E1A2-48D4-B8B0-9704A84FA92F}" destId="{BBD69A30-51CC-4884-88F9-1A396C4123CF}" srcOrd="1" destOrd="0" presId="urn:microsoft.com/office/officeart/2005/8/layout/process4"/>
    <dgm:cxn modelId="{A4541664-C27D-4B33-8F67-BC3C4BA7E109}" type="presParOf" srcId="{EC09C12C-E1A2-48D4-B8B0-9704A84FA92F}" destId="{626720F7-95FD-4322-89F0-E70F0BB0C07F}" srcOrd="2" destOrd="0" presId="urn:microsoft.com/office/officeart/2005/8/layout/process4"/>
    <dgm:cxn modelId="{291B0EED-0C65-4105-B4C0-A7D76AB01FDF}" type="presParOf" srcId="{626720F7-95FD-4322-89F0-E70F0BB0C07F}" destId="{43C0C92D-1840-4124-8AF7-8E4DEB32FC4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1D7A7-914C-4D24-8B82-EE40155AB0BE}">
      <dsp:nvSpPr>
        <dsp:cNvPr id="0" name=""/>
        <dsp:cNvSpPr/>
      </dsp:nvSpPr>
      <dsp:spPr>
        <a:xfrm>
          <a:off x="661401" y="427871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2F131-CD01-4CBD-B7A5-1B9B5E7F0402}">
      <dsp:nvSpPr>
        <dsp:cNvPr id="0" name=""/>
        <dsp:cNvSpPr/>
      </dsp:nvSpPr>
      <dsp:spPr>
        <a:xfrm>
          <a:off x="1070901" y="837371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E96D-0DB6-4476-8C51-7CC7EC2F227B}">
      <dsp:nvSpPr>
        <dsp:cNvPr id="0" name=""/>
        <dsp:cNvSpPr/>
      </dsp:nvSpPr>
      <dsp:spPr>
        <a:xfrm>
          <a:off x="47151" y="2947872"/>
          <a:ext cx="315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Tổng</a:t>
          </a: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quan</a:t>
          </a: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về</a:t>
          </a: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Ddos</a:t>
          </a: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8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và</a:t>
          </a: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</a:p>
      </dsp:txBody>
      <dsp:txXfrm>
        <a:off x="47151" y="2947872"/>
        <a:ext cx="3150000" cy="810000"/>
      </dsp:txXfrm>
    </dsp:sp>
    <dsp:sp modelId="{543C18BC-1989-44B2-9862-C670C61D3452}">
      <dsp:nvSpPr>
        <dsp:cNvPr id="0" name=""/>
        <dsp:cNvSpPr/>
      </dsp:nvSpPr>
      <dsp:spPr>
        <a:xfrm>
          <a:off x="4362651" y="427871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F35BC-9C76-400A-BBCA-0032259E2E5A}">
      <dsp:nvSpPr>
        <dsp:cNvPr id="0" name=""/>
        <dsp:cNvSpPr/>
      </dsp:nvSpPr>
      <dsp:spPr>
        <a:xfrm>
          <a:off x="4772151" y="837371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63298-B2A6-463D-A7BE-F9F67404E389}">
      <dsp:nvSpPr>
        <dsp:cNvPr id="0" name=""/>
        <dsp:cNvSpPr/>
      </dsp:nvSpPr>
      <dsp:spPr>
        <a:xfrm>
          <a:off x="3748401" y="2947872"/>
          <a:ext cx="315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NGHIÊN CỨU CÁC THUẬT TOÁN MÁY HỌC TRONG PHÁT HIỆN TẤN CÔNG DDOS</a:t>
          </a:r>
        </a:p>
      </dsp:txBody>
      <dsp:txXfrm>
        <a:off x="3748401" y="2947872"/>
        <a:ext cx="3150000" cy="810000"/>
      </dsp:txXfrm>
    </dsp:sp>
    <dsp:sp modelId="{5BDDFF18-9AEC-4E5E-B9AA-33D86F01A63E}">
      <dsp:nvSpPr>
        <dsp:cNvPr id="0" name=""/>
        <dsp:cNvSpPr/>
      </dsp:nvSpPr>
      <dsp:spPr>
        <a:xfrm>
          <a:off x="8063901" y="427871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AEBFF-D2D3-4FFF-AD65-C3CEAEEB10F2}">
      <dsp:nvSpPr>
        <dsp:cNvPr id="0" name=""/>
        <dsp:cNvSpPr/>
      </dsp:nvSpPr>
      <dsp:spPr>
        <a:xfrm>
          <a:off x="8473401" y="837371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CAFAA-6939-48A6-A89B-19D1A94B9EA1}">
      <dsp:nvSpPr>
        <dsp:cNvPr id="0" name=""/>
        <dsp:cNvSpPr/>
      </dsp:nvSpPr>
      <dsp:spPr>
        <a:xfrm>
          <a:off x="7449651" y="2947872"/>
          <a:ext cx="315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XÂY DỰNG MÔ HÌNH MÁY HỌC</a:t>
          </a:r>
        </a:p>
      </dsp:txBody>
      <dsp:txXfrm>
        <a:off x="7449651" y="2947872"/>
        <a:ext cx="3150000" cy="81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53D29-9241-4C8F-9823-319BEFFB94F6}">
      <dsp:nvSpPr>
        <dsp:cNvPr id="0" name=""/>
        <dsp:cNvSpPr/>
      </dsp:nvSpPr>
      <dsp:spPr>
        <a:xfrm>
          <a:off x="0" y="262681"/>
          <a:ext cx="3321325" cy="1992795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Chức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năng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hoặc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mục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đích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sz="2900" kern="1200" dirty="0">
            <a:solidFill>
              <a:srgbClr val="002060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0" y="262681"/>
        <a:ext cx="3321325" cy="1992795"/>
      </dsp:txXfrm>
    </dsp:sp>
    <dsp:sp modelId="{1B3275C0-A514-4864-9D23-BBE1DCD19FA1}">
      <dsp:nvSpPr>
        <dsp:cNvPr id="0" name=""/>
        <dsp:cNvSpPr/>
      </dsp:nvSpPr>
      <dsp:spPr>
        <a:xfrm>
          <a:off x="3653458" y="262681"/>
          <a:ext cx="3321325" cy="1992795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US" sz="2900" kern="1200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Kiến</a:t>
          </a:r>
          <a:r>
            <a:rPr lang="en-US" sz="2900" kern="12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trúc</a:t>
          </a:r>
          <a:r>
            <a:rPr lang="en-US" sz="2900" kern="12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botnet </a:t>
          </a:r>
          <a:r>
            <a:rPr lang="en-US" sz="2900" kern="1200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hoặc</a:t>
          </a:r>
          <a:r>
            <a:rPr lang="en-US" sz="2900" kern="12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xây</a:t>
          </a:r>
          <a:r>
            <a:rPr lang="en-US" sz="2900" kern="12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dựng</a:t>
          </a:r>
          <a:endParaRPr lang="vi-VN" sz="2900" kern="1200" dirty="0">
            <a:solidFill>
              <a:schemeClr val="tx1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3653458" y="262681"/>
        <a:ext cx="3321325" cy="1992795"/>
      </dsp:txXfrm>
    </dsp:sp>
    <dsp:sp modelId="{5C3F1002-3AF8-4BA0-83AC-EEBECD70F7E4}">
      <dsp:nvSpPr>
        <dsp:cNvPr id="0" name=""/>
        <dsp:cNvSpPr/>
      </dsp:nvSpPr>
      <dsp:spPr>
        <a:xfrm>
          <a:off x="7306916" y="262681"/>
          <a:ext cx="3321325" cy="1992795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Các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nền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tảng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mà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họ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đang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nhắm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mục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tiêu</a:t>
          </a:r>
          <a:r>
            <a:rPr lang="en-US" sz="2900" kern="1200" dirty="0">
              <a:solidFill>
                <a:srgbClr val="00206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.</a:t>
          </a:r>
          <a:endParaRPr lang="vi-VN" sz="2900" kern="1200" dirty="0">
            <a:solidFill>
              <a:srgbClr val="002060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7306916" y="262681"/>
        <a:ext cx="3321325" cy="1992795"/>
      </dsp:txXfrm>
    </dsp:sp>
    <dsp:sp modelId="{49A6381E-ACF8-4D44-A93F-BC3436438E44}">
      <dsp:nvSpPr>
        <dsp:cNvPr id="0" name=""/>
        <dsp:cNvSpPr/>
      </dsp:nvSpPr>
      <dsp:spPr>
        <a:xfrm>
          <a:off x="1826729" y="2587609"/>
          <a:ext cx="3321325" cy="1992795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Dựa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trên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loại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phần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mềm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độc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hại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được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cài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đặt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của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sz="2900" kern="1200" dirty="0">
            <a:solidFill>
              <a:schemeClr val="bg1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1826729" y="2587609"/>
        <a:ext cx="3321325" cy="1992795"/>
      </dsp:txXfrm>
    </dsp:sp>
    <dsp:sp modelId="{71B0D56E-8E1F-4439-B881-F33BDC534762}">
      <dsp:nvSpPr>
        <dsp:cNvPr id="0" name=""/>
        <dsp:cNvSpPr/>
      </dsp:nvSpPr>
      <dsp:spPr>
        <a:xfrm>
          <a:off x="5480187" y="2587609"/>
          <a:ext cx="3321325" cy="1992795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Cách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lây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nhiễm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vào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máy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của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nạn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9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nhân</a:t>
          </a:r>
          <a:r>
            <a:rPr lang="en-US" sz="29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.</a:t>
          </a:r>
          <a:endParaRPr lang="vi-VN" sz="29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5480187" y="2587609"/>
        <a:ext cx="3321325" cy="1992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A8619-F965-45D0-A066-F9FCFEF37BA1}">
      <dsp:nvSpPr>
        <dsp:cNvPr id="0" name=""/>
        <dsp:cNvSpPr/>
      </dsp:nvSpPr>
      <dsp:spPr>
        <a:xfrm>
          <a:off x="0" y="434677"/>
          <a:ext cx="1054249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24D024-A180-4970-95F4-2710C63671BF}">
      <dsp:nvSpPr>
        <dsp:cNvPr id="0" name=""/>
        <dsp:cNvSpPr/>
      </dsp:nvSpPr>
      <dsp:spPr>
        <a:xfrm>
          <a:off x="1837757" y="70733"/>
          <a:ext cx="7379745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937" tIns="0" rIns="27893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Tạo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sz="20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1876665" y="109641"/>
        <a:ext cx="7301929" cy="719224"/>
      </dsp:txXfrm>
    </dsp:sp>
    <dsp:sp modelId="{D00F4939-1304-419F-A1AF-D7435084EA15}">
      <dsp:nvSpPr>
        <dsp:cNvPr id="0" name=""/>
        <dsp:cNvSpPr/>
      </dsp:nvSpPr>
      <dsp:spPr>
        <a:xfrm>
          <a:off x="0" y="1659397"/>
          <a:ext cx="1054249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915447"/>
              <a:satOff val="-16269"/>
              <a:lumOff val="5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D654C1-AEE2-4A83-84A9-8BA5C033C735}">
      <dsp:nvSpPr>
        <dsp:cNvPr id="0" name=""/>
        <dsp:cNvSpPr/>
      </dsp:nvSpPr>
      <dsp:spPr>
        <a:xfrm>
          <a:off x="1837757" y="1234272"/>
          <a:ext cx="7379745" cy="797040"/>
        </a:xfrm>
        <a:prstGeom prst="roundRect">
          <a:avLst/>
        </a:prstGeom>
        <a:solidFill>
          <a:schemeClr val="accent2">
            <a:hueOff val="915447"/>
            <a:satOff val="-16269"/>
            <a:lumOff val="5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937" tIns="0" rIns="27893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Cấu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hình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</a:t>
          </a:r>
          <a:endParaRPr lang="vi-VN" sz="20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1876665" y="1273180"/>
        <a:ext cx="7301929" cy="719224"/>
      </dsp:txXfrm>
    </dsp:sp>
    <dsp:sp modelId="{D98F98DE-2B11-4138-BF28-5FD033A5F728}">
      <dsp:nvSpPr>
        <dsp:cNvPr id="0" name=""/>
        <dsp:cNvSpPr/>
      </dsp:nvSpPr>
      <dsp:spPr>
        <a:xfrm>
          <a:off x="0" y="2884117"/>
          <a:ext cx="1054249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830893"/>
              <a:satOff val="-32539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BCC6D-A98A-4431-96B2-4666A359AD7C}">
      <dsp:nvSpPr>
        <dsp:cNvPr id="0" name=""/>
        <dsp:cNvSpPr/>
      </dsp:nvSpPr>
      <dsp:spPr>
        <a:xfrm>
          <a:off x="1837757" y="2451021"/>
          <a:ext cx="7379745" cy="797040"/>
        </a:xfrm>
        <a:prstGeom prst="roundRect">
          <a:avLst/>
        </a:prstGeom>
        <a:solidFill>
          <a:schemeClr val="accent2">
            <a:hueOff val="1830893"/>
            <a:satOff val="-32539"/>
            <a:lumOff val="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937" tIns="0" rIns="27893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Tấn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công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vào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nạn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nhân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endParaRPr lang="vi-VN" sz="20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1876665" y="2489929"/>
        <a:ext cx="7301929" cy="719224"/>
      </dsp:txXfrm>
    </dsp:sp>
    <dsp:sp modelId="{26399E7E-9BCF-4942-835A-EC3A4C0779A6}">
      <dsp:nvSpPr>
        <dsp:cNvPr id="0" name=""/>
        <dsp:cNvSpPr/>
      </dsp:nvSpPr>
      <dsp:spPr>
        <a:xfrm>
          <a:off x="0" y="4108837"/>
          <a:ext cx="1054249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746340"/>
              <a:satOff val="-48808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8E7D8-E4CA-408D-8BB7-A81054C1D296}">
      <dsp:nvSpPr>
        <dsp:cNvPr id="0" name=""/>
        <dsp:cNvSpPr/>
      </dsp:nvSpPr>
      <dsp:spPr>
        <a:xfrm>
          <a:off x="1837757" y="3675741"/>
          <a:ext cx="7379745" cy="797040"/>
        </a:xfrm>
        <a:prstGeom prst="roundRect">
          <a:avLst/>
        </a:prstGeom>
        <a:solidFill>
          <a:schemeClr val="accent2">
            <a:hueOff val="2746340"/>
            <a:satOff val="-48808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937" tIns="0" rIns="27893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Điều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khiển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botnet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lấy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thông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tin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khi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tấn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công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thành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20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công</a:t>
          </a:r>
          <a:r>
            <a:rPr lang="en-US" sz="20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endParaRPr lang="vi-VN" sz="20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1876665" y="3714649"/>
        <a:ext cx="7301929" cy="719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3E1DD-F598-4528-89E0-235CC4DC20FF}">
      <dsp:nvSpPr>
        <dsp:cNvPr id="0" name=""/>
        <dsp:cNvSpPr/>
      </dsp:nvSpPr>
      <dsp:spPr>
        <a:xfrm>
          <a:off x="0" y="4093579"/>
          <a:ext cx="10515600" cy="8955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TIẾN HÀNH TRAINMODE VÀ ĐÁNH GIÁ</a:t>
          </a:r>
          <a:endParaRPr lang="vi-VN" sz="17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0" y="4093579"/>
        <a:ext cx="10515600" cy="895575"/>
      </dsp:txXfrm>
    </dsp:sp>
    <dsp:sp modelId="{EC69E57D-60FA-42A7-BB19-7F7BFB64898B}">
      <dsp:nvSpPr>
        <dsp:cNvPr id="0" name=""/>
        <dsp:cNvSpPr/>
      </dsp:nvSpPr>
      <dsp:spPr>
        <a:xfrm rot="10800000">
          <a:off x="0" y="2729618"/>
          <a:ext cx="10515600" cy="137739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CÁC THUẬT TOÁN</a:t>
          </a:r>
          <a:endParaRPr lang="vi-VN" sz="17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 rot="-10800000">
        <a:off x="0" y="2729618"/>
        <a:ext cx="10515600" cy="483465"/>
      </dsp:txXfrm>
    </dsp:sp>
    <dsp:sp modelId="{136DA2C4-3B45-4E79-8E17-BDE91F7BF436}">
      <dsp:nvSpPr>
        <dsp:cNvPr id="0" name=""/>
        <dsp:cNvSpPr/>
      </dsp:nvSpPr>
      <dsp:spPr>
        <a:xfrm>
          <a:off x="0" y="3213083"/>
          <a:ext cx="2628899" cy="411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Decision Tree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0" y="3213083"/>
        <a:ext cx="2628899" cy="411840"/>
      </dsp:txXfrm>
    </dsp:sp>
    <dsp:sp modelId="{2C0DE6A1-41B2-4ABB-89E5-0765049C6EA2}">
      <dsp:nvSpPr>
        <dsp:cNvPr id="0" name=""/>
        <dsp:cNvSpPr/>
      </dsp:nvSpPr>
      <dsp:spPr>
        <a:xfrm>
          <a:off x="2628900" y="3213083"/>
          <a:ext cx="2628899" cy="4118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Random Forest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2628900" y="3213083"/>
        <a:ext cx="2628899" cy="411840"/>
      </dsp:txXfrm>
    </dsp:sp>
    <dsp:sp modelId="{173F738D-AC12-4D16-A75A-4913CDC520C1}">
      <dsp:nvSpPr>
        <dsp:cNvPr id="0" name=""/>
        <dsp:cNvSpPr/>
      </dsp:nvSpPr>
      <dsp:spPr>
        <a:xfrm>
          <a:off x="5257800" y="3213083"/>
          <a:ext cx="2628899" cy="4118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Navie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Bayes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5257800" y="3213083"/>
        <a:ext cx="2628899" cy="411840"/>
      </dsp:txXfrm>
    </dsp:sp>
    <dsp:sp modelId="{81F7B05E-26BB-47B2-BB19-CAA5FAC3B4F6}">
      <dsp:nvSpPr>
        <dsp:cNvPr id="0" name=""/>
        <dsp:cNvSpPr/>
      </dsp:nvSpPr>
      <dsp:spPr>
        <a:xfrm>
          <a:off x="7886700" y="3213083"/>
          <a:ext cx="2628899" cy="4118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K-Nearest Neighbors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7886700" y="3213083"/>
        <a:ext cx="2628899" cy="411840"/>
      </dsp:txXfrm>
    </dsp:sp>
    <dsp:sp modelId="{AEF13F6E-82EA-44EA-BE67-1C8A8B008851}">
      <dsp:nvSpPr>
        <dsp:cNvPr id="0" name=""/>
        <dsp:cNvSpPr/>
      </dsp:nvSpPr>
      <dsp:spPr>
        <a:xfrm rot="10800000">
          <a:off x="0" y="1365657"/>
          <a:ext cx="10515600" cy="1377394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TIỀN XỬ LÝ DỮ LIỆU</a:t>
          </a:r>
          <a:endParaRPr lang="vi-VN" sz="17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 rot="-10800000">
        <a:off x="0" y="1365657"/>
        <a:ext cx="10515600" cy="483465"/>
      </dsp:txXfrm>
    </dsp:sp>
    <dsp:sp modelId="{6899BA9E-905F-47B4-BE5D-3C3046D82F38}">
      <dsp:nvSpPr>
        <dsp:cNvPr id="0" name=""/>
        <dsp:cNvSpPr/>
      </dsp:nvSpPr>
      <dsp:spPr>
        <a:xfrm>
          <a:off x="0" y="1849123"/>
          <a:ext cx="2628899" cy="41184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Xử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lý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dữ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liệu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0" y="1849123"/>
        <a:ext cx="2628899" cy="411840"/>
      </dsp:txXfrm>
    </dsp:sp>
    <dsp:sp modelId="{7AB30B9B-9D18-48D0-9EC1-477015020713}">
      <dsp:nvSpPr>
        <dsp:cNvPr id="0" name=""/>
        <dsp:cNvSpPr/>
      </dsp:nvSpPr>
      <dsp:spPr>
        <a:xfrm>
          <a:off x="2628900" y="1849123"/>
          <a:ext cx="2628899" cy="411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Mã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hoá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2628900" y="1849123"/>
        <a:ext cx="2628899" cy="411840"/>
      </dsp:txXfrm>
    </dsp:sp>
    <dsp:sp modelId="{108C93A2-55E4-4CA5-989F-5C3C80ED1F04}">
      <dsp:nvSpPr>
        <dsp:cNvPr id="0" name=""/>
        <dsp:cNvSpPr/>
      </dsp:nvSpPr>
      <dsp:spPr>
        <a:xfrm>
          <a:off x="5257800" y="1849123"/>
          <a:ext cx="2628899" cy="4118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Lựa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feature selection 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5257800" y="1849123"/>
        <a:ext cx="2628899" cy="411840"/>
      </dsp:txXfrm>
    </dsp:sp>
    <dsp:sp modelId="{62E958F4-B145-4FDD-BA1C-C09695234D35}">
      <dsp:nvSpPr>
        <dsp:cNvPr id="0" name=""/>
        <dsp:cNvSpPr/>
      </dsp:nvSpPr>
      <dsp:spPr>
        <a:xfrm>
          <a:off x="7886700" y="1849123"/>
          <a:ext cx="2628899" cy="4118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Cân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bằng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bộ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dữ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r>
            <a:rPr lang="en-US" sz="1500" kern="1200" dirty="0" err="1">
              <a:latin typeface="Cascadia Code Light" panose="020B0609020000020004" pitchFamily="49" charset="0"/>
              <a:cs typeface="Cascadia Code Light" panose="020B0609020000020004" pitchFamily="49" charset="0"/>
            </a:rPr>
            <a:t>liệu</a:t>
          </a: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 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7886700" y="1849123"/>
        <a:ext cx="2628899" cy="411840"/>
      </dsp:txXfrm>
    </dsp:sp>
    <dsp:sp modelId="{BBD69A30-51CC-4884-88F9-1A396C4123CF}">
      <dsp:nvSpPr>
        <dsp:cNvPr id="0" name=""/>
        <dsp:cNvSpPr/>
      </dsp:nvSpPr>
      <dsp:spPr>
        <a:xfrm rot="10800000">
          <a:off x="0" y="0"/>
          <a:ext cx="10515600" cy="1377394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BỘ DỮ LIỆU</a:t>
          </a:r>
          <a:endParaRPr lang="vi-VN" sz="17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 rot="-10800000">
        <a:off x="0" y="0"/>
        <a:ext cx="10515600" cy="483465"/>
      </dsp:txXfrm>
    </dsp:sp>
    <dsp:sp modelId="{43C0C92D-1840-4124-8AF7-8E4DEB32FC43}">
      <dsp:nvSpPr>
        <dsp:cNvPr id="0" name=""/>
        <dsp:cNvSpPr/>
      </dsp:nvSpPr>
      <dsp:spPr>
        <a:xfrm>
          <a:off x="0" y="485162"/>
          <a:ext cx="10515600" cy="4118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scadia Code Light" panose="020B0609020000020004" pitchFamily="49" charset="0"/>
              <a:cs typeface="Cascadia Code Light" panose="020B0609020000020004" pitchFamily="49" charset="0"/>
            </a:rPr>
            <a:t>CTU-13</a:t>
          </a:r>
          <a:endParaRPr lang="vi-VN" sz="1500" kern="1200" dirty="0">
            <a:latin typeface="Cascadia Code Light" panose="020B0609020000020004" pitchFamily="49" charset="0"/>
            <a:cs typeface="Cascadia Code Light" panose="020B0609020000020004" pitchFamily="49" charset="0"/>
          </a:endParaRPr>
        </a:p>
      </dsp:txBody>
      <dsp:txXfrm>
        <a:off x="0" y="485162"/>
        <a:ext cx="10515600" cy="411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002A71-E79A-4184-8A8A-E282C85222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D3B1A-2085-4ED7-AAE8-AC142C8F22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C5358-3D4E-45C0-B0F1-493873677FD6}" type="datetimeFigureOut">
              <a:rPr lang="vi-VN" smtClean="0"/>
              <a:t>22/06/2022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E1E5C-B4DC-49FD-975B-92F88719DD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E714E-5C61-4552-9D3F-28D8C91EF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02D72-A86E-4CAC-B28E-775EF7F09B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9945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55B7FE5-846C-40D7-9872-C34686C0F8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" name="Rectangle 9"/>
          <p:cNvSpPr/>
          <p:nvPr userDrawn="1"/>
        </p:nvSpPr>
        <p:spPr>
          <a:xfrm>
            <a:off x="1307869" y="1275025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BD6B61-02E9-42AA-BE5F-2689E7BDFBAE}"/>
              </a:ext>
            </a:extLst>
          </p:cNvPr>
          <p:cNvSpPr/>
          <p:nvPr userDrawn="1"/>
        </p:nvSpPr>
        <p:spPr>
          <a:xfrm>
            <a:off x="1436649" y="1394334"/>
            <a:ext cx="9318702" cy="40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/>
          <p:cNvSpPr/>
          <p:nvPr/>
        </p:nvSpPr>
        <p:spPr>
          <a:xfrm>
            <a:off x="5135880" y="102857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2A0EEE7-CB46-47BF-8B8C-AF1E3F9B41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31BA3C80-9690-4057-B2CF-39B7076FDAA6}"/>
              </a:ext>
            </a:extLst>
          </p:cNvPr>
          <p:cNvSpPr/>
          <p:nvPr userDrawn="1"/>
        </p:nvSpPr>
        <p:spPr>
          <a:xfrm>
            <a:off x="480874" y="329898"/>
            <a:ext cx="11230252" cy="6196615"/>
          </a:xfrm>
          <a:prstGeom prst="fram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F8F85-9A71-4273-807D-76FE5D614BED}"/>
              </a:ext>
            </a:extLst>
          </p:cNvPr>
          <p:cNvSpPr/>
          <p:nvPr userDrawn="1"/>
        </p:nvSpPr>
        <p:spPr>
          <a:xfrm>
            <a:off x="622177" y="455693"/>
            <a:ext cx="10947646" cy="5945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0B3AF6-7A12-489A-BDBC-30B7BBFCE1E0}"/>
              </a:ext>
            </a:extLst>
          </p:cNvPr>
          <p:cNvSpPr/>
          <p:nvPr userDrawn="1"/>
        </p:nvSpPr>
        <p:spPr>
          <a:xfrm>
            <a:off x="2161046" y="125793"/>
            <a:ext cx="7869907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1509310E-B6B5-4664-82FA-7A33B5CE8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592CECD2-DFD1-4557-9440-1E43A9D72A7C}"/>
              </a:ext>
            </a:extLst>
          </p:cNvPr>
          <p:cNvSpPr/>
          <p:nvPr userDrawn="1"/>
        </p:nvSpPr>
        <p:spPr>
          <a:xfrm>
            <a:off x="480874" y="329898"/>
            <a:ext cx="11230252" cy="6196615"/>
          </a:xfrm>
          <a:prstGeom prst="fram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C7F1BC-F97D-4E84-A98F-69AEE9C270C3}"/>
              </a:ext>
            </a:extLst>
          </p:cNvPr>
          <p:cNvSpPr/>
          <p:nvPr userDrawn="1"/>
        </p:nvSpPr>
        <p:spPr>
          <a:xfrm>
            <a:off x="622177" y="455693"/>
            <a:ext cx="10947646" cy="5945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1F3F6-2F40-4580-AB3F-FE6A230F85C2}"/>
              </a:ext>
            </a:extLst>
          </p:cNvPr>
          <p:cNvSpPr/>
          <p:nvPr userDrawn="1"/>
        </p:nvSpPr>
        <p:spPr>
          <a:xfrm>
            <a:off x="2428190" y="125793"/>
            <a:ext cx="7869907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eb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07DFE07-6431-4A79-84B7-FF337EB38492}"/>
              </a:ext>
            </a:extLst>
          </p:cNvPr>
          <p:cNvSpPr txBox="1"/>
          <p:nvPr/>
        </p:nvSpPr>
        <p:spPr>
          <a:xfrm>
            <a:off x="1695981" y="2106760"/>
            <a:ext cx="87910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3200" b="1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NGHIÊN CỨU CÁC THUẬT TOÁN MÁY HỌC ỨNG DỤNG TRONG PHÁT HIỆN TẤN CÔNG DDOS</a:t>
            </a:r>
            <a:endParaRPr lang="vi-VN" sz="3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15E06-7FAB-4550-85C9-7E7838C48B80}"/>
              </a:ext>
            </a:extLst>
          </p:cNvPr>
          <p:cNvSpPr txBox="1"/>
          <p:nvPr/>
        </p:nvSpPr>
        <p:spPr>
          <a:xfrm>
            <a:off x="5316071" y="1209345"/>
            <a:ext cx="155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ĐỀ TÀI 19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36DCC8-2911-41F5-A4C3-7AFB6158D8ED}"/>
              </a:ext>
            </a:extLst>
          </p:cNvPr>
          <p:cNvSpPr/>
          <p:nvPr/>
        </p:nvSpPr>
        <p:spPr>
          <a:xfrm>
            <a:off x="5226424" y="1120587"/>
            <a:ext cx="1730188" cy="546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8A7FB-0935-485A-BAB0-BEED56FB1498}"/>
              </a:ext>
            </a:extLst>
          </p:cNvPr>
          <p:cNvSpPr txBox="1"/>
          <p:nvPr/>
        </p:nvSpPr>
        <p:spPr>
          <a:xfrm>
            <a:off x="1695981" y="3765176"/>
            <a:ext cx="4639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Nhóm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:TT</a:t>
            </a:r>
          </a:p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Thành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viên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:</a:t>
            </a:r>
          </a:p>
          <a:p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Trần Minh Trí – 2033190135 (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Nhóm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trưởng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 </a:t>
            </a:r>
          </a:p>
          <a:p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Giáp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Đức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Tài - 2033192280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96799-B240-4873-978E-6C6FBAE58D1A}"/>
              </a:ext>
            </a:extLst>
          </p:cNvPr>
          <p:cNvSpPr txBox="1"/>
          <p:nvPr/>
        </p:nvSpPr>
        <p:spPr>
          <a:xfrm>
            <a:off x="5706036" y="3765176"/>
            <a:ext cx="4639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Giáo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viên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hướng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dẫn</a:t>
            </a:r>
            <a:endParaRPr 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algn="r"/>
            <a:endParaRPr 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algn="r"/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Ths.Trần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Đắc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Tốt</a:t>
            </a:r>
            <a:endParaRPr 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 descr="SmartArt graphic">
            <a:extLst>
              <a:ext uri="{FF2B5EF4-FFF2-40B4-BE49-F238E27FC236}">
                <a16:creationId xmlns:a16="http://schemas.microsoft.com/office/drawing/2014/main" id="{59F5A1AC-D08D-42AE-B94A-1CAFB517D84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69131860"/>
              </p:ext>
            </p:extLst>
          </p:nvPr>
        </p:nvGraphicFramePr>
        <p:xfrm>
          <a:off x="772599" y="1470985"/>
          <a:ext cx="10646802" cy="4185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814E08-4046-49E9-A525-3C62B7F0474F}"/>
              </a:ext>
            </a:extLst>
          </p:cNvPr>
          <p:cNvSpPr txBox="1"/>
          <p:nvPr/>
        </p:nvSpPr>
        <p:spPr>
          <a:xfrm>
            <a:off x="2144199" y="143436"/>
            <a:ext cx="790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NỘI DUNG</a:t>
            </a:r>
            <a:endParaRPr lang="vi-VN" sz="36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4489-36D7-4766-AD6F-D89E965BF05F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9F3C42-FBE1-40FA-953E-23FF81AE87A2}"/>
              </a:ext>
            </a:extLst>
          </p:cNvPr>
          <p:cNvSpPr txBox="1"/>
          <p:nvPr/>
        </p:nvSpPr>
        <p:spPr>
          <a:xfrm>
            <a:off x="2158252" y="185335"/>
            <a:ext cx="7875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PHẦN 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77816-931E-46E6-8F63-1BF875016AD8}"/>
              </a:ext>
            </a:extLst>
          </p:cNvPr>
          <p:cNvSpPr txBox="1"/>
          <p:nvPr/>
        </p:nvSpPr>
        <p:spPr>
          <a:xfrm>
            <a:off x="2029384" y="962470"/>
            <a:ext cx="8133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pic>
        <p:nvPicPr>
          <p:cNvPr id="7172" name="Picture 4" descr="Botnet là gì, cách phòng chống DDoS Botnet, check | Vnetwork JSC">
            <a:extLst>
              <a:ext uri="{FF2B5EF4-FFF2-40B4-BE49-F238E27FC236}">
                <a16:creationId xmlns:a16="http://schemas.microsoft.com/office/drawing/2014/main" id="{A3F7C1D4-2715-46B9-B9B8-9D11E79AA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252" y="1554940"/>
            <a:ext cx="8204948" cy="461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45F6CD-4CFE-45A4-90BE-E660E176D3A4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1835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A3DC89-46C8-4FA5-A9D2-B1EB00EABCCD}"/>
              </a:ext>
            </a:extLst>
          </p:cNvPr>
          <p:cNvSpPr txBox="1"/>
          <p:nvPr/>
        </p:nvSpPr>
        <p:spPr>
          <a:xfrm>
            <a:off x="2158253" y="238780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54F2F6-1E40-4C16-B34C-4A54A01EE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669" y="1005047"/>
            <a:ext cx="7716661" cy="506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FC4DCA-D6E1-4CD5-960C-42833F1D0323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0536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EA0C9A-BD3C-4E3F-9F67-DC56B07983E2}"/>
              </a:ext>
            </a:extLst>
          </p:cNvPr>
          <p:cNvSpPr/>
          <p:nvPr/>
        </p:nvSpPr>
        <p:spPr>
          <a:xfrm>
            <a:off x="4252841" y="845921"/>
            <a:ext cx="3686318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628FF-7BCC-4CDA-BDFD-8BFB801AA8CD}"/>
              </a:ext>
            </a:extLst>
          </p:cNvPr>
          <p:cNvSpPr txBox="1"/>
          <p:nvPr/>
        </p:nvSpPr>
        <p:spPr>
          <a:xfrm>
            <a:off x="2158253" y="184892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FD6C3-E685-4E1F-B0CE-78C6F1ECAF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18" y="1334814"/>
            <a:ext cx="3808730" cy="318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7D7E00-3CD7-4414-9EAD-6D1EA792ABC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091" y="1334814"/>
            <a:ext cx="2996013" cy="265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Botnet là gì? Vòng đời và phương thức hoạt động của Botnet. - HQ Khanh Blogs">
            <a:extLst>
              <a:ext uri="{FF2B5EF4-FFF2-40B4-BE49-F238E27FC236}">
                <a16:creationId xmlns:a16="http://schemas.microsoft.com/office/drawing/2014/main" id="{1FD528E9-C4CC-446E-9F2F-96722A05DD6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581" y="3165758"/>
            <a:ext cx="3808730" cy="30678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ACC8D8-F6F1-4D94-8BC7-62D39AC9115A}"/>
              </a:ext>
            </a:extLst>
          </p:cNvPr>
          <p:cNvSpPr txBox="1"/>
          <p:nvPr/>
        </p:nvSpPr>
        <p:spPr>
          <a:xfrm>
            <a:off x="8914763" y="3779568"/>
            <a:ext cx="203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Sơ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đồ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mô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hình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Ramdom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435081-E5AE-4ED4-B788-8637C957B952}"/>
              </a:ext>
            </a:extLst>
          </p:cNvPr>
          <p:cNvSpPr txBox="1"/>
          <p:nvPr/>
        </p:nvSpPr>
        <p:spPr>
          <a:xfrm>
            <a:off x="1242515" y="4188774"/>
            <a:ext cx="2657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Sơ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đồ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mô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hình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Star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2F3F3-2BE6-4364-AAEC-D16A4E449892}"/>
              </a:ext>
            </a:extLst>
          </p:cNvPr>
          <p:cNvSpPr txBox="1"/>
          <p:nvPr/>
        </p:nvSpPr>
        <p:spPr>
          <a:xfrm>
            <a:off x="5374475" y="2370292"/>
            <a:ext cx="203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Sơ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đồ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mô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hình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Multi -Server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2991C-67AD-4B34-BBBC-7DC630FA561E}"/>
              </a:ext>
            </a:extLst>
          </p:cNvPr>
          <p:cNvSpPr txBox="1"/>
          <p:nvPr/>
        </p:nvSpPr>
        <p:spPr>
          <a:xfrm>
            <a:off x="4531659" y="883344"/>
            <a:ext cx="3128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CÁC MÔ HÌNH CỦA BOTNET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9FAD89-DA75-42CB-A756-4CF549AC698A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3390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F9756E-44AC-40EC-970E-A54DAD73A758}"/>
              </a:ext>
            </a:extLst>
          </p:cNvPr>
          <p:cNvSpPr/>
          <p:nvPr/>
        </p:nvSpPr>
        <p:spPr>
          <a:xfrm>
            <a:off x="4252841" y="821098"/>
            <a:ext cx="3686318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C9509-658E-4F3E-A6ED-7E115A90C743}"/>
              </a:ext>
            </a:extLst>
          </p:cNvPr>
          <p:cNvSpPr txBox="1"/>
          <p:nvPr/>
        </p:nvSpPr>
        <p:spPr>
          <a:xfrm>
            <a:off x="2158253" y="238097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52185-04FE-4FE7-B4C0-148AA378883D}"/>
              </a:ext>
            </a:extLst>
          </p:cNvPr>
          <p:cNvSpPr txBox="1"/>
          <p:nvPr/>
        </p:nvSpPr>
        <p:spPr>
          <a:xfrm>
            <a:off x="4536787" y="863400"/>
            <a:ext cx="3128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CÁC MÔ HÌNH CỦA BOTNET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Picture 10" descr="What is a DDoS botnet? | Cloudflare">
            <a:extLst>
              <a:ext uri="{FF2B5EF4-FFF2-40B4-BE49-F238E27FC236}">
                <a16:creationId xmlns:a16="http://schemas.microsoft.com/office/drawing/2014/main" id="{9F28F3F0-0276-491C-BC9A-8999DDB1017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689" y="1395419"/>
            <a:ext cx="6550622" cy="42473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04CEB3-DD4E-4902-ABA2-FA8ABF2E3B82}"/>
              </a:ext>
            </a:extLst>
          </p:cNvPr>
          <p:cNvSpPr txBox="1"/>
          <p:nvPr/>
        </p:nvSpPr>
        <p:spPr>
          <a:xfrm>
            <a:off x="4536787" y="56427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Sơ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đồ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mô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hình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Hierachical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83FE6-C417-475F-A92F-A27225AE6DF8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566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D48CF7-FEE7-4352-8245-F2F7FBF992F4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DEE68-0A09-4B95-8964-80B7DF18C61B}"/>
              </a:ext>
            </a:extLst>
          </p:cNvPr>
          <p:cNvSpPr/>
          <p:nvPr/>
        </p:nvSpPr>
        <p:spPr>
          <a:xfrm>
            <a:off x="4252841" y="847992"/>
            <a:ext cx="3686318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3E557-477A-4207-AB29-53103619C057}"/>
              </a:ext>
            </a:extLst>
          </p:cNvPr>
          <p:cNvSpPr txBox="1"/>
          <p:nvPr/>
        </p:nvSpPr>
        <p:spPr>
          <a:xfrm>
            <a:off x="4966447" y="847992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PHÂN LOẠI BOTNET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882C3C-923F-45A7-9F07-176026D918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511450"/>
              </p:ext>
            </p:extLst>
          </p:nvPr>
        </p:nvGraphicFramePr>
        <p:xfrm>
          <a:off x="755375" y="1438444"/>
          <a:ext cx="10628242" cy="4843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247419B-D650-4DE3-A483-9F8E0AC1D164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0998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F992CE-6817-4727-81D5-F2E339B2E1D0}"/>
              </a:ext>
            </a:extLst>
          </p:cNvPr>
          <p:cNvSpPr/>
          <p:nvPr/>
        </p:nvSpPr>
        <p:spPr>
          <a:xfrm>
            <a:off x="3802267" y="711476"/>
            <a:ext cx="4639368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A4A1E-305B-4FDD-B7B2-7DCAC61DCE2A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2D9B4-6B87-4F99-BFDC-11FDE3F2C0A7}"/>
              </a:ext>
            </a:extLst>
          </p:cNvPr>
          <p:cNvSpPr txBox="1"/>
          <p:nvPr/>
        </p:nvSpPr>
        <p:spPr>
          <a:xfrm>
            <a:off x="3233531" y="705606"/>
            <a:ext cx="5340627" cy="45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200"/>
              </a:spcAft>
            </a:pPr>
            <a:r>
              <a:rPr lang="en-US" sz="1800" dirty="0">
                <a:solidFill>
                  <a:srgbClr val="002060"/>
                </a:solidFill>
                <a:effectLst/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KHẢ NĂNG LÂY NHIỄM CỦA BOTNET </a:t>
            </a:r>
            <a:endParaRPr lang="vi-VN" sz="1400" dirty="0">
              <a:solidFill>
                <a:srgbClr val="002060"/>
              </a:solidFill>
              <a:effectLst/>
              <a:latin typeface="Cascadia Code" panose="020B0609020000020004" pitchFamily="49" charset="0"/>
              <a:ea typeface="Calibri" panose="020F0502020204030204" pitchFamily="34" charset="0"/>
              <a:cs typeface="Cascadia Code" panose="020B0609020000020004" pitchFamily="49" charset="0"/>
            </a:endParaRPr>
          </a:p>
        </p:txBody>
      </p:sp>
      <p:pic>
        <p:nvPicPr>
          <p:cNvPr id="10" name="Graphic 9" descr="Blind">
            <a:extLst>
              <a:ext uri="{FF2B5EF4-FFF2-40B4-BE49-F238E27FC236}">
                <a16:creationId xmlns:a16="http://schemas.microsoft.com/office/drawing/2014/main" id="{0600B3F6-2C0F-4C5D-854E-0E539BC39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4122" y="3220413"/>
            <a:ext cx="914400" cy="914400"/>
          </a:xfrm>
          <a:prstGeom prst="rect">
            <a:avLst/>
          </a:prstGeom>
        </p:spPr>
      </p:pic>
      <p:pic>
        <p:nvPicPr>
          <p:cNvPr id="12" name="Graphic 11" descr="Bug under magnifying glass">
            <a:extLst>
              <a:ext uri="{FF2B5EF4-FFF2-40B4-BE49-F238E27FC236}">
                <a16:creationId xmlns:a16="http://schemas.microsoft.com/office/drawing/2014/main" id="{4CA3955A-9B0F-4AC6-9871-83B968885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4122" y="2090218"/>
            <a:ext cx="914400" cy="914400"/>
          </a:xfrm>
          <a:prstGeom prst="rect">
            <a:avLst/>
          </a:prstGeom>
        </p:spPr>
      </p:pic>
      <p:pic>
        <p:nvPicPr>
          <p:cNvPr id="16" name="Graphic 15" descr="Web cam">
            <a:extLst>
              <a:ext uri="{FF2B5EF4-FFF2-40B4-BE49-F238E27FC236}">
                <a16:creationId xmlns:a16="http://schemas.microsoft.com/office/drawing/2014/main" id="{3021B92C-A269-4EC4-864F-A77C97F5F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4122" y="4380894"/>
            <a:ext cx="914400" cy="9144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37BEB1-5304-4F14-865A-9991D09BB9F4}"/>
              </a:ext>
            </a:extLst>
          </p:cNvPr>
          <p:cNvCxnSpPr>
            <a:stCxn id="12" idx="2"/>
          </p:cNvCxnSpPr>
          <p:nvPr/>
        </p:nvCxnSpPr>
        <p:spPr>
          <a:xfrm>
            <a:off x="1961322" y="3004618"/>
            <a:ext cx="77808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929765-A0CD-40EE-AA1C-3B6A3561BD94}"/>
              </a:ext>
            </a:extLst>
          </p:cNvPr>
          <p:cNvCxnSpPr/>
          <p:nvPr/>
        </p:nvCxnSpPr>
        <p:spPr>
          <a:xfrm>
            <a:off x="1961322" y="4319281"/>
            <a:ext cx="77808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F3A3ED-F30F-4AA3-A531-EE527B2F7E9A}"/>
              </a:ext>
            </a:extLst>
          </p:cNvPr>
          <p:cNvCxnSpPr/>
          <p:nvPr/>
        </p:nvCxnSpPr>
        <p:spPr>
          <a:xfrm>
            <a:off x="2008630" y="5519518"/>
            <a:ext cx="77808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C411B3-EF2C-43C7-8BAD-57FC12BEECA9}"/>
              </a:ext>
            </a:extLst>
          </p:cNvPr>
          <p:cNvSpPr txBox="1"/>
          <p:nvPr/>
        </p:nvSpPr>
        <p:spPr>
          <a:xfrm>
            <a:off x="2678791" y="23122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Botnet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có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thể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mang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theo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các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mã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độc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khác</a:t>
            </a:r>
            <a:endParaRPr lang="vi-VN" sz="20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37CC71-F45D-48CD-B5DE-203E4CC637D9}"/>
              </a:ext>
            </a:extLst>
          </p:cNvPr>
          <p:cNvSpPr txBox="1"/>
          <p:nvPr/>
        </p:nvSpPr>
        <p:spPr>
          <a:xfrm>
            <a:off x="2658913" y="347728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Botnet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có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thể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ẩn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mình</a:t>
            </a:r>
            <a:endParaRPr lang="vi-VN" sz="20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3FC6E2-0513-475E-8D8A-5EE79618E13D}"/>
              </a:ext>
            </a:extLst>
          </p:cNvPr>
          <p:cNvSpPr txBox="1"/>
          <p:nvPr/>
        </p:nvSpPr>
        <p:spPr>
          <a:xfrm>
            <a:off x="2511287" y="4653428"/>
            <a:ext cx="8567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Botnet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có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thể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được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nhúng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vào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trong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các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thiết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bị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điện</a:t>
            </a:r>
            <a:r>
              <a:rPr lang="en-US" sz="20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20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tử</a:t>
            </a:r>
            <a:endParaRPr lang="vi-VN" sz="20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8DE00-48E3-49DA-A60D-E9B5272FEC8A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0182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AD0143-F661-4170-8629-535935B01393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5B809F-2D59-47F8-BB5E-229BD2F9A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65827"/>
              </p:ext>
            </p:extLst>
          </p:nvPr>
        </p:nvGraphicFramePr>
        <p:xfrm>
          <a:off x="892114" y="998953"/>
          <a:ext cx="5625227" cy="526428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075204">
                  <a:extLst>
                    <a:ext uri="{9D8B030D-6E8A-4147-A177-3AD203B41FA5}">
                      <a16:colId xmlns:a16="http://schemas.microsoft.com/office/drawing/2014/main" val="1746446720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1463948443"/>
                    </a:ext>
                  </a:extLst>
                </a:gridCol>
                <a:gridCol w="2429435">
                  <a:extLst>
                    <a:ext uri="{9D8B030D-6E8A-4147-A177-3AD203B41FA5}">
                      <a16:colId xmlns:a16="http://schemas.microsoft.com/office/drawing/2014/main" val="2861189093"/>
                    </a:ext>
                  </a:extLst>
                </a:gridCol>
              </a:tblGrid>
              <a:tr h="270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Tên</a:t>
                      </a: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 Botnet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Năm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Xấp</a:t>
                      </a: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xỉ</a:t>
                      </a: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số</a:t>
                      </a: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lượng</a:t>
                      </a: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 bot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1789362169"/>
                  </a:ext>
                </a:extLst>
              </a:tr>
              <a:tr h="2810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EarthLink Spammer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2000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1,250,000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2665021955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Coreflood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2001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2,300,000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697456332"/>
                  </a:ext>
                </a:extLst>
              </a:tr>
              <a:tr h="2810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Bagle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2004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230,000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23827563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Rustock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2006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150,000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211910075"/>
                  </a:ext>
                </a:extLst>
              </a:tr>
              <a:tr h="2810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 err="1">
                          <a:effectLst/>
                          <a:latin typeface="Agency FB" panose="020B0503020202020204" pitchFamily="34" charset="0"/>
                        </a:rPr>
                        <a:t>Cutwail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2007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1,500,000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2260063265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Akbot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2007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1,300,000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198435720"/>
                  </a:ext>
                </a:extLst>
              </a:tr>
              <a:tr h="2810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Srizbi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2007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450,000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387221779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Bayrob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2007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400,000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1114386302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Storm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2007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250,000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643346852"/>
                  </a:ext>
                </a:extLst>
              </a:tr>
              <a:tr h="3097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Mariposa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2008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12,000,000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1031435344"/>
                  </a:ext>
                </a:extLst>
              </a:tr>
              <a:tr h="2763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Conficker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2008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10,500,000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381862982"/>
                  </a:ext>
                </a:extLst>
              </a:tr>
              <a:tr h="2803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Sality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2008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1,000,000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4143884777"/>
                  </a:ext>
                </a:extLst>
              </a:tr>
              <a:tr h="2749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Kraken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2008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495,000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540550344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Waledac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2008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80,000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765396597"/>
                  </a:ext>
                </a:extLst>
              </a:tr>
              <a:tr h="2830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Asprox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2008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15,000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1332008382"/>
                  </a:ext>
                </a:extLst>
              </a:tr>
              <a:tr h="268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BredoLab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2009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30,000,000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171296243"/>
                  </a:ext>
                </a:extLst>
              </a:tr>
              <a:tr h="2810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ZeroAccess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2009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9,000,000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1853053209"/>
                  </a:ext>
                </a:extLst>
              </a:tr>
              <a:tr h="2656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Bamital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>
                          <a:effectLst/>
                          <a:latin typeface="Agency FB" panose="020B0503020202020204" pitchFamily="34" charset="0"/>
                        </a:rPr>
                        <a:t>2009</a:t>
                      </a:r>
                      <a:endParaRPr lang="vi-VN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600" b="0" dirty="0">
                          <a:effectLst/>
                          <a:latin typeface="Agency FB" panose="020B0503020202020204" pitchFamily="34" charset="0"/>
                        </a:rPr>
                        <a:t>1,800,000</a:t>
                      </a:r>
                      <a:endParaRPr lang="vi-VN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29" marR="59729" marT="0" marB="0" anchor="ctr"/>
                </a:tc>
                <a:extLst>
                  <a:ext uri="{0D108BD9-81ED-4DB2-BD59-A6C34878D82A}">
                    <a16:rowId xmlns:a16="http://schemas.microsoft.com/office/drawing/2014/main" val="35483825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2EB4F-8A10-4A6E-A991-B679835C8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324986"/>
              </p:ext>
            </p:extLst>
          </p:nvPr>
        </p:nvGraphicFramePr>
        <p:xfrm>
          <a:off x="6728136" y="882412"/>
          <a:ext cx="4648075" cy="5408625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406899">
                  <a:extLst>
                    <a:ext uri="{9D8B030D-6E8A-4147-A177-3AD203B41FA5}">
                      <a16:colId xmlns:a16="http://schemas.microsoft.com/office/drawing/2014/main" val="3941303459"/>
                    </a:ext>
                  </a:extLst>
                </a:gridCol>
                <a:gridCol w="1180903">
                  <a:extLst>
                    <a:ext uri="{9D8B030D-6E8A-4147-A177-3AD203B41FA5}">
                      <a16:colId xmlns:a16="http://schemas.microsoft.com/office/drawing/2014/main" val="1213025769"/>
                    </a:ext>
                  </a:extLst>
                </a:gridCol>
                <a:gridCol w="1060273">
                  <a:extLst>
                    <a:ext uri="{9D8B030D-6E8A-4147-A177-3AD203B41FA5}">
                      <a16:colId xmlns:a16="http://schemas.microsoft.com/office/drawing/2014/main" val="2655338993"/>
                    </a:ext>
                  </a:extLst>
                </a:gridCol>
              </a:tblGrid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Festi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2009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250,000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403854396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TDL4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4,500,000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142487122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Kelihos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300,000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807729149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LowSec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11,000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5776332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Gameover</a:t>
                      </a: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 Zeus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không biết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505065776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Ramnit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2011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3,000,000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321406976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Andromeda (</a:t>
                      </a: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Gamarue</a:t>
                      </a: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)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2011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không biết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201580784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Dridex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2011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không biết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4033125323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Carna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2012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420,000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991216587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Chameleon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2012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120,000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948127565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3ve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2013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1,500,000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4049819643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Necurs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2014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6,000,000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447935969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Semalt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2014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300,000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3970379974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Emotet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2014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không biết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370152522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Bashlite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2014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không</a:t>
                      </a: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biết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856231292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Mirai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2016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500,000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076352722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TrickBot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2016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661077952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Methbot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2016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100,000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282743150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Retadup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2017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850,000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3200710979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Smominru (Hexmen, MyKings)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2017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525,000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482279460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Hajime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2017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300,000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3703556785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WireX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2017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120,000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695900183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Emotet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2021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2,000,000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2605629747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>
                          <a:effectLst/>
                          <a:latin typeface="Agency FB" panose="020B0503020202020204" pitchFamily="34" charset="0"/>
                        </a:rPr>
                        <a:t>Beastmode</a:t>
                      </a:r>
                      <a:endParaRPr lang="vi-VN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2021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152,000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3722909303"/>
                  </a:ext>
                </a:extLst>
              </a:tr>
              <a:tr h="202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Moobot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2021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Không</a:t>
                      </a:r>
                      <a:r>
                        <a:rPr lang="en-US" sz="1400" b="0" dirty="0"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Agency FB" panose="020B0503020202020204" pitchFamily="34" charset="0"/>
                        </a:rPr>
                        <a:t>biết</a:t>
                      </a:r>
                      <a:endParaRPr lang="vi-VN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5101292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477D8-FC2C-486D-9448-5F8CBD211594}"/>
              </a:ext>
            </a:extLst>
          </p:cNvPr>
          <p:cNvSpPr txBox="1"/>
          <p:nvPr/>
        </p:nvSpPr>
        <p:spPr>
          <a:xfrm>
            <a:off x="11299886" y="6078573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3725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483C6-D850-43AD-8E83-B876C6C54EEB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Tổng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Ddos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botnet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A875C-7975-4A81-B9A6-AD980FD09F3B}"/>
              </a:ext>
            </a:extLst>
          </p:cNvPr>
          <p:cNvSpPr/>
          <p:nvPr/>
        </p:nvSpPr>
        <p:spPr>
          <a:xfrm>
            <a:off x="4203535" y="785239"/>
            <a:ext cx="3784930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97387-4275-4998-B664-100C5A732727}"/>
              </a:ext>
            </a:extLst>
          </p:cNvPr>
          <p:cNvSpPr txBox="1"/>
          <p:nvPr/>
        </p:nvSpPr>
        <p:spPr>
          <a:xfrm>
            <a:off x="4203535" y="862924"/>
            <a:ext cx="415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CƠ CHẾ HOẠT ĐỘNG CỦA BOTNET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5F0FA78-92A2-4AA1-B565-9013554D05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688255"/>
              </p:ext>
            </p:extLst>
          </p:nvPr>
        </p:nvGraphicFramePr>
        <p:xfrm>
          <a:off x="824753" y="1483267"/>
          <a:ext cx="10542494" cy="482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18176C-6853-4925-9656-ECC62BD0B5CE}"/>
              </a:ext>
            </a:extLst>
          </p:cNvPr>
          <p:cNvSpPr txBox="1"/>
          <p:nvPr/>
        </p:nvSpPr>
        <p:spPr>
          <a:xfrm>
            <a:off x="11300011" y="6056549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8243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C9E6F-C293-4CE8-9B9E-1386446761B1}"/>
              </a:ext>
            </a:extLst>
          </p:cNvPr>
          <p:cNvSpPr txBox="1"/>
          <p:nvPr/>
        </p:nvSpPr>
        <p:spPr>
          <a:xfrm>
            <a:off x="2158253" y="188256"/>
            <a:ext cx="7875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PHẦN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62F71-AD0F-49C5-A666-E50E36B67CBB}"/>
              </a:ext>
            </a:extLst>
          </p:cNvPr>
          <p:cNvSpPr txBox="1"/>
          <p:nvPr/>
        </p:nvSpPr>
        <p:spPr>
          <a:xfrm>
            <a:off x="3048000" y="900518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NGHIÊN CỨU CÁC THUẬT TOÁN MÁY HỌC TRONG PHÁT HIỆN TẤN CÔNG DDOS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03983483-315C-4543-8E1E-B9D8E405B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543" y="2368596"/>
            <a:ext cx="5752913" cy="376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763B16-452B-426A-A90C-B09A5FA9E921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770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AECC7-F4E2-4D14-94D3-37507793704B}"/>
              </a:ext>
            </a:extLst>
          </p:cNvPr>
          <p:cNvSpPr txBox="1"/>
          <p:nvPr/>
        </p:nvSpPr>
        <p:spPr>
          <a:xfrm>
            <a:off x="2158253" y="188256"/>
            <a:ext cx="7875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NGHIÊN CỨU CÁC THUẬT TOÁN MÁY HỌC TRONG PHÁT HIỆN TẤN CÔNG DDOS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DCECCF4-38F3-41B5-A0F2-2D7BE5D02E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4096871" cy="409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CB027-2064-4B2C-AEDD-6C33DCADB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47" y="905434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15B051-6A63-40D3-9DB1-F2ED631E7031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03621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8FD0C-A6F1-4795-984A-C08C84036B49}"/>
              </a:ext>
            </a:extLst>
          </p:cNvPr>
          <p:cNvSpPr txBox="1"/>
          <p:nvPr/>
        </p:nvSpPr>
        <p:spPr>
          <a:xfrm>
            <a:off x="2158253" y="188256"/>
            <a:ext cx="7875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NGHIÊN CỨU CÁC THUẬT TOÁN MÁY HỌC TRONG PHÁT HIỆN TẤN CÔNG DDOS</a:t>
            </a:r>
          </a:p>
        </p:txBody>
      </p:sp>
      <p:pic>
        <p:nvPicPr>
          <p:cNvPr id="4" name="Graphic 3" descr="Deciduous tree">
            <a:extLst>
              <a:ext uri="{FF2B5EF4-FFF2-40B4-BE49-F238E27FC236}">
                <a16:creationId xmlns:a16="http://schemas.microsoft.com/office/drawing/2014/main" id="{AC876BA5-2254-4E43-85C7-5FB69E457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1383" y="1472288"/>
            <a:ext cx="914400" cy="914400"/>
          </a:xfrm>
          <a:prstGeom prst="rect">
            <a:avLst/>
          </a:prstGeom>
        </p:spPr>
      </p:pic>
      <p:pic>
        <p:nvPicPr>
          <p:cNvPr id="6" name="Graphic 5" descr="Decision chart">
            <a:extLst>
              <a:ext uri="{FF2B5EF4-FFF2-40B4-BE49-F238E27FC236}">
                <a16:creationId xmlns:a16="http://schemas.microsoft.com/office/drawing/2014/main" id="{EA90A515-4657-4D08-8AE8-06952C932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1383" y="3185750"/>
            <a:ext cx="914400" cy="914400"/>
          </a:xfrm>
          <a:prstGeom prst="rect">
            <a:avLst/>
          </a:prstGeom>
        </p:spPr>
      </p:pic>
      <p:pic>
        <p:nvPicPr>
          <p:cNvPr id="8" name="Graphic 7" descr="Braille">
            <a:extLst>
              <a:ext uri="{FF2B5EF4-FFF2-40B4-BE49-F238E27FC236}">
                <a16:creationId xmlns:a16="http://schemas.microsoft.com/office/drawing/2014/main" id="{3171EA1E-10B8-4618-B2A1-18E81197F0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1383" y="4899212"/>
            <a:ext cx="914400" cy="914400"/>
          </a:xfrm>
          <a:prstGeom prst="rect">
            <a:avLst/>
          </a:prstGeom>
        </p:spPr>
      </p:pic>
      <p:pic>
        <p:nvPicPr>
          <p:cNvPr id="10" name="Graphic 9" descr="Puzzle pieces">
            <a:extLst>
              <a:ext uri="{FF2B5EF4-FFF2-40B4-BE49-F238E27FC236}">
                <a16:creationId xmlns:a16="http://schemas.microsoft.com/office/drawing/2014/main" id="{DD368989-099A-4688-8F1A-DEEBC8B6E8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2471" y="1474365"/>
            <a:ext cx="914400" cy="914400"/>
          </a:xfrm>
          <a:prstGeom prst="rect">
            <a:avLst/>
          </a:prstGeom>
        </p:spPr>
      </p:pic>
      <p:pic>
        <p:nvPicPr>
          <p:cNvPr id="12" name="Graphic 11" descr="Circles with arrows">
            <a:extLst>
              <a:ext uri="{FF2B5EF4-FFF2-40B4-BE49-F238E27FC236}">
                <a16:creationId xmlns:a16="http://schemas.microsoft.com/office/drawing/2014/main" id="{3AD9B859-1B5C-4B4E-B79B-65638A619F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20753" y="3185750"/>
            <a:ext cx="914400" cy="914400"/>
          </a:xfrm>
          <a:prstGeom prst="rect">
            <a:avLst/>
          </a:prstGeom>
        </p:spPr>
      </p:pic>
      <p:pic>
        <p:nvPicPr>
          <p:cNvPr id="14" name="Graphic 13" descr="Gauge">
            <a:extLst>
              <a:ext uri="{FF2B5EF4-FFF2-40B4-BE49-F238E27FC236}">
                <a16:creationId xmlns:a16="http://schemas.microsoft.com/office/drawing/2014/main" id="{8AA42847-86E7-4FC3-B9CD-78F27FDF74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47647" y="478595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9B4187-2658-4686-AC83-976FCB27A6E1}"/>
              </a:ext>
            </a:extLst>
          </p:cNvPr>
          <p:cNvSpPr txBox="1"/>
          <p:nvPr/>
        </p:nvSpPr>
        <p:spPr>
          <a:xfrm>
            <a:off x="3021107" y="1744822"/>
            <a:ext cx="2850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Decision Tree 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312BF-9871-4AE6-830B-D6D3FB6DA0D1}"/>
              </a:ext>
            </a:extLst>
          </p:cNvPr>
          <p:cNvSpPr txBox="1"/>
          <p:nvPr/>
        </p:nvSpPr>
        <p:spPr>
          <a:xfrm>
            <a:off x="3021107" y="3458284"/>
            <a:ext cx="197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Random Forest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620762-CD65-4F5D-9594-66C7A37B23DE}"/>
              </a:ext>
            </a:extLst>
          </p:cNvPr>
          <p:cNvSpPr txBox="1"/>
          <p:nvPr/>
        </p:nvSpPr>
        <p:spPr>
          <a:xfrm>
            <a:off x="3021107" y="5171746"/>
            <a:ext cx="1828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Navie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Bayes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998A0-39AE-4520-A7E7-D3714E886D67}"/>
              </a:ext>
            </a:extLst>
          </p:cNvPr>
          <p:cNvSpPr txBox="1"/>
          <p:nvPr/>
        </p:nvSpPr>
        <p:spPr>
          <a:xfrm>
            <a:off x="7862047" y="1744822"/>
            <a:ext cx="315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K-nearest neighbors 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7F360F-D72E-43EF-A6D9-0FE5303F6852}"/>
              </a:ext>
            </a:extLst>
          </p:cNvPr>
          <p:cNvSpPr txBox="1"/>
          <p:nvPr/>
        </p:nvSpPr>
        <p:spPr>
          <a:xfrm>
            <a:off x="7888941" y="3458284"/>
            <a:ext cx="2958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Logistic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Regressio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6A7DBA-8852-4E63-BE0A-AD20AE19BE10}"/>
              </a:ext>
            </a:extLst>
          </p:cNvPr>
          <p:cNvSpPr txBox="1"/>
          <p:nvPr/>
        </p:nvSpPr>
        <p:spPr>
          <a:xfrm>
            <a:off x="7969624" y="5058484"/>
            <a:ext cx="145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XGBoost</a:t>
            </a:r>
            <a:endParaRPr lang="vi-VN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39EBCE-F68C-4881-A657-937BB1B0CC17}"/>
              </a:ext>
            </a:extLst>
          </p:cNvPr>
          <p:cNvSpPr txBox="1"/>
          <p:nvPr/>
        </p:nvSpPr>
        <p:spPr>
          <a:xfrm>
            <a:off x="11228294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8576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7D7FF-608E-4E21-81A3-48AF0B15AF61}"/>
              </a:ext>
            </a:extLst>
          </p:cNvPr>
          <p:cNvSpPr txBox="1"/>
          <p:nvPr/>
        </p:nvSpPr>
        <p:spPr>
          <a:xfrm>
            <a:off x="2158253" y="188256"/>
            <a:ext cx="7875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PHẦN III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39453-F70C-425B-BD87-45CF8FF3D2E8}"/>
              </a:ext>
            </a:extLst>
          </p:cNvPr>
          <p:cNvSpPr txBox="1"/>
          <p:nvPr/>
        </p:nvSpPr>
        <p:spPr>
          <a:xfrm>
            <a:off x="2324100" y="896142"/>
            <a:ext cx="7709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XÂY DỰNG MÔ HÌNH MÁY HỌC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đánh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giá</a:t>
            </a:r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61B92C2-F5C6-4363-BB2E-472CFEFBA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84244"/>
            <a:ext cx="67056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EF7A32-FE0F-4601-891D-7E8B3C8BA730}"/>
              </a:ext>
            </a:extLst>
          </p:cNvPr>
          <p:cNvSpPr txBox="1"/>
          <p:nvPr/>
        </p:nvSpPr>
        <p:spPr>
          <a:xfrm>
            <a:off x="11174505" y="606551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1034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98C1E-3C8A-483E-904D-CC249860AE7A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Xây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dựng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mô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máy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học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giá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8DE6876-012F-4B02-803C-9AB2F6F10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0105781"/>
              </p:ext>
            </p:extLst>
          </p:nvPr>
        </p:nvGraphicFramePr>
        <p:xfrm>
          <a:off x="762000" y="1147482"/>
          <a:ext cx="10515600" cy="4990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0F710B-0EE0-4DDB-AF2A-2CB8FC700AFB}"/>
              </a:ext>
            </a:extLst>
          </p:cNvPr>
          <p:cNvSpPr txBox="1"/>
          <p:nvPr/>
        </p:nvSpPr>
        <p:spPr>
          <a:xfrm>
            <a:off x="11183471" y="604758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83891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CDF2E-5FFF-4011-8513-1A1043905C44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Xây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dựng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mô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máy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học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giá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9CC7A-FD69-4072-95D4-70F8B59412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6045" y="1299950"/>
            <a:ext cx="7980116" cy="28819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A5CE8D-08BA-4878-8D98-119A0F52D8FC}"/>
              </a:ext>
            </a:extLst>
          </p:cNvPr>
          <p:cNvSpPr txBox="1"/>
          <p:nvPr/>
        </p:nvSpPr>
        <p:spPr>
          <a:xfrm>
            <a:off x="11183471" y="604758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  <a:endParaRPr lang="vi-V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07DB0-B0D7-40CE-BA49-8AFD4F3DB289}"/>
              </a:ext>
            </a:extLst>
          </p:cNvPr>
          <p:cNvSpPr/>
          <p:nvPr/>
        </p:nvSpPr>
        <p:spPr>
          <a:xfrm>
            <a:off x="4203535" y="785239"/>
            <a:ext cx="3784930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9805C-A3F7-4A38-A51D-2131F0D06FC4}"/>
              </a:ext>
            </a:extLst>
          </p:cNvPr>
          <p:cNvSpPr txBox="1"/>
          <p:nvPr/>
        </p:nvSpPr>
        <p:spPr>
          <a:xfrm>
            <a:off x="4348794" y="785239"/>
            <a:ext cx="363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XÂY DỰNG MÔ HÌNH MÁY HỌC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7BD1D-8272-444A-AF3C-2036358A4F4D}"/>
              </a:ext>
            </a:extLst>
          </p:cNvPr>
          <p:cNvSpPr txBox="1"/>
          <p:nvPr/>
        </p:nvSpPr>
        <p:spPr>
          <a:xfrm>
            <a:off x="6176682" y="4218809"/>
            <a:ext cx="5459506" cy="1960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(3.1): Chi-Squared.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(3.2): ANOVA.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(4.1):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UnderSampling</a:t>
            </a:r>
            <a:r>
              <a:rPr lang="en-US" sz="1300" dirty="0"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với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RandomUnderSampler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(4.2):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UnderSampling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với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NearMiss-1.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(5.1): Normalization.</a:t>
            </a:r>
            <a:b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</a:b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(5.2): Standardization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D51A6C-AB9E-4ADF-9A09-560567D01333}"/>
              </a:ext>
            </a:extLst>
          </p:cNvPr>
          <p:cNvSpPr txBox="1"/>
          <p:nvPr/>
        </p:nvSpPr>
        <p:spPr>
          <a:xfrm>
            <a:off x="555812" y="4238522"/>
            <a:ext cx="5459506" cy="130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(1):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đọc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dữ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liệu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sau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đó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,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xoá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các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cột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/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tính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năng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không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cần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thiết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,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gán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lại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nhãn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và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xử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lý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các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giá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trị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rỗng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(2.1):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Mã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hoá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với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giá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trị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số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(2.2):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Mã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</a:t>
            </a:r>
            <a:r>
              <a:rPr lang="en-US" sz="13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hoá</a:t>
            </a:r>
            <a:r>
              <a:rPr lang="en-US" sz="13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One-hot Encoding</a:t>
            </a:r>
            <a:endParaRPr lang="vi-VN" sz="13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8571F-58F5-4B74-9391-C38312281F6F}"/>
              </a:ext>
            </a:extLst>
          </p:cNvPr>
          <p:cNvSpPr txBox="1"/>
          <p:nvPr/>
        </p:nvSpPr>
        <p:spPr>
          <a:xfrm>
            <a:off x="8716161" y="1299950"/>
            <a:ext cx="2739794" cy="226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200"/>
              </a:spcAft>
            </a:pP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DT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là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Decision Tree</a:t>
            </a:r>
            <a:endParaRPr lang="en-US" dirty="0"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 algn="just">
              <a:lnSpc>
                <a:spcPct val="150000"/>
              </a:lnSpc>
              <a:spcAft>
                <a:spcPts val="200"/>
              </a:spcAft>
            </a:pP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RF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là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Random Forest</a:t>
            </a:r>
            <a:endParaRPr lang="en-US" dirty="0"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  <a:p>
            <a:pPr algn="just">
              <a:lnSpc>
                <a:spcPct val="150000"/>
              </a:lnSpc>
              <a:spcAft>
                <a:spcPts val="200"/>
              </a:spcAft>
            </a:pP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NB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là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Naive Bayes</a:t>
            </a:r>
          </a:p>
          <a:p>
            <a:pPr algn="just">
              <a:lnSpc>
                <a:spcPct val="150000"/>
              </a:lnSpc>
              <a:spcAft>
                <a:spcPts val="200"/>
              </a:spcAft>
            </a:pP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KNN </a:t>
            </a:r>
            <a:r>
              <a:rPr lang="en-US" sz="1800" dirty="0" err="1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là</a:t>
            </a: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 K-Nearest</a:t>
            </a:r>
          </a:p>
          <a:p>
            <a:pPr algn="just">
              <a:lnSpc>
                <a:spcPct val="150000"/>
              </a:lnSpc>
              <a:spcAft>
                <a:spcPts val="200"/>
              </a:spcAft>
            </a:pPr>
            <a:r>
              <a:rPr lang="en-US" sz="1800" dirty="0">
                <a:effectLst/>
                <a:latin typeface="Cascadia Code Light" panose="020B0609020000020004" pitchFamily="49" charset="0"/>
                <a:ea typeface="Calibri" panose="020F0502020204030204" pitchFamily="34" charset="0"/>
                <a:cs typeface="Cascadia Code Light" panose="020B0609020000020004" pitchFamily="49" charset="0"/>
              </a:rPr>
              <a:t>Neighbors.</a:t>
            </a:r>
            <a:endParaRPr lang="vi-VN" sz="1800" dirty="0">
              <a:effectLst/>
              <a:latin typeface="Cascadia Code Light" panose="020B0609020000020004" pitchFamily="49" charset="0"/>
              <a:ea typeface="Calibri" panose="020F0502020204030204" pitchFamily="34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982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B8BBE-0E5B-4F7B-954E-EFA1F3190D01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Xây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dựng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mô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máy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học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giá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6952F-ED8F-4A1B-AF7F-E4BD53E3AE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76657" y="2743199"/>
            <a:ext cx="6411614" cy="2098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2549B6-2092-4D68-9388-3F3AF2E84429}"/>
              </a:ext>
            </a:extLst>
          </p:cNvPr>
          <p:cNvSpPr txBox="1"/>
          <p:nvPr/>
        </p:nvSpPr>
        <p:spPr>
          <a:xfrm>
            <a:off x="11183471" y="604758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  <a:endParaRPr lang="vi-V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F912D-F58E-4495-A607-04AA549F98B5}"/>
              </a:ext>
            </a:extLst>
          </p:cNvPr>
          <p:cNvSpPr/>
          <p:nvPr/>
        </p:nvSpPr>
        <p:spPr>
          <a:xfrm>
            <a:off x="4887550" y="711476"/>
            <a:ext cx="2416900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B335C-9386-40BA-9FD1-718107A192CE}"/>
              </a:ext>
            </a:extLst>
          </p:cNvPr>
          <p:cNvSpPr txBox="1"/>
          <p:nvPr/>
        </p:nvSpPr>
        <p:spPr>
          <a:xfrm>
            <a:off x="5499847" y="783058"/>
            <a:ext cx="155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 GIÁ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F36314-468F-4963-99B8-1B6379BD0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44" y="2002393"/>
            <a:ext cx="4102706" cy="349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61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63A67-53FF-48FA-82DF-3AEF37892DDD}"/>
              </a:ext>
            </a:extLst>
          </p:cNvPr>
          <p:cNvSpPr txBox="1"/>
          <p:nvPr/>
        </p:nvSpPr>
        <p:spPr>
          <a:xfrm>
            <a:off x="11183471" y="604758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037AF1-34B0-4579-AC42-2A3CDBD47AD4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Xây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dựng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mô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máy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học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giá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76CD0-A860-42FD-A48D-7559739349D4}"/>
              </a:ext>
            </a:extLst>
          </p:cNvPr>
          <p:cNvSpPr/>
          <p:nvPr/>
        </p:nvSpPr>
        <p:spPr>
          <a:xfrm>
            <a:off x="4887550" y="711476"/>
            <a:ext cx="2416900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C3CB6-5A46-4EAA-B5ED-1E7088020AB5}"/>
              </a:ext>
            </a:extLst>
          </p:cNvPr>
          <p:cNvSpPr txBox="1"/>
          <p:nvPr/>
        </p:nvSpPr>
        <p:spPr>
          <a:xfrm>
            <a:off x="5499847" y="783058"/>
            <a:ext cx="155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 GIÁ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655295-2B18-4D6A-9B3C-551ECBCE4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21" y="1884902"/>
            <a:ext cx="3238781" cy="3482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7EADCE-4364-47DA-A3FC-DE3FB908CEA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17265" y="2358650"/>
            <a:ext cx="7057558" cy="251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73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A1777-225C-4C83-A917-B6469F3F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80" y="2205066"/>
            <a:ext cx="4328720" cy="27706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437701-1BF1-46D1-9CCB-21401EBEE93F}"/>
              </a:ext>
            </a:extLst>
          </p:cNvPr>
          <p:cNvSpPr txBox="1"/>
          <p:nvPr/>
        </p:nvSpPr>
        <p:spPr>
          <a:xfrm>
            <a:off x="2158253" y="188256"/>
            <a:ext cx="787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defRPr cap="all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Xây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dựng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mô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máy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học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giá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12829-85D7-499B-BB1F-D10221C925B8}"/>
              </a:ext>
            </a:extLst>
          </p:cNvPr>
          <p:cNvSpPr/>
          <p:nvPr/>
        </p:nvSpPr>
        <p:spPr>
          <a:xfrm>
            <a:off x="4887550" y="711476"/>
            <a:ext cx="2416900" cy="453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0FEBA-8110-4C8B-B526-BA44136758BA}"/>
              </a:ext>
            </a:extLst>
          </p:cNvPr>
          <p:cNvSpPr txBox="1"/>
          <p:nvPr/>
        </p:nvSpPr>
        <p:spPr>
          <a:xfrm>
            <a:off x="5499847" y="783058"/>
            <a:ext cx="155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ĐÁNH GIÁ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1C8AD-95F4-42AB-8D2A-13F06B6EEDD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12122" y="2406910"/>
            <a:ext cx="6381639" cy="2366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A587C-D5D0-42E5-A709-4A8598150C25}"/>
              </a:ext>
            </a:extLst>
          </p:cNvPr>
          <p:cNvSpPr txBox="1"/>
          <p:nvPr/>
        </p:nvSpPr>
        <p:spPr>
          <a:xfrm>
            <a:off x="11183471" y="6047584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55340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hân biệt &quot;thank&quot; và &quot;thanks&quot; | Học Tiếng Anh cùng Callum Nguyễn">
            <a:extLst>
              <a:ext uri="{FF2B5EF4-FFF2-40B4-BE49-F238E27FC236}">
                <a16:creationId xmlns:a16="http://schemas.microsoft.com/office/drawing/2014/main" id="{EF6DFC40-62F5-4839-9D43-6F1FBB03C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753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{977EF927-D796-455A-A00C-33AA18722AFE}tf11531919_win32</Template>
  <TotalTime>218</TotalTime>
  <Words>689</Words>
  <Application>Microsoft Office PowerPoint</Application>
  <PresentationFormat>Widescreen</PresentationFormat>
  <Paragraphs>242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Agency FB</vt:lpstr>
      <vt:lpstr>Arial</vt:lpstr>
      <vt:lpstr>Avenir Next LT Pro</vt:lpstr>
      <vt:lpstr>Calibri</vt:lpstr>
      <vt:lpstr>Cascadia Code</vt:lpstr>
      <vt:lpstr>Cascadia Code Light</vt:lpstr>
      <vt:lpstr>Garamond</vt:lpstr>
      <vt:lpstr>Symbol</vt:lpstr>
      <vt:lpstr>Verdana</vt:lpstr>
      <vt:lpstr>SavonVTI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Tài Giáp</dc:creator>
  <cp:lastModifiedBy>Trần Minh Trí</cp:lastModifiedBy>
  <cp:revision>29</cp:revision>
  <dcterms:created xsi:type="dcterms:W3CDTF">2022-06-20T06:57:11Z</dcterms:created>
  <dcterms:modified xsi:type="dcterms:W3CDTF">2022-06-21T18:09:02Z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